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72" r:id="rId9"/>
    <p:sldId id="273" r:id="rId10"/>
    <p:sldId id="271" r:id="rId11"/>
    <p:sldId id="262" r:id="rId12"/>
    <p:sldId id="269" r:id="rId13"/>
    <p:sldId id="274" r:id="rId14"/>
    <p:sldId id="276" r:id="rId15"/>
    <p:sldId id="275" r:id="rId16"/>
    <p:sldId id="261" r:id="rId17"/>
    <p:sldId id="263" r:id="rId18"/>
    <p:sldId id="260" r:id="rId1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5"/>
    <p:restoredTop sz="80959"/>
  </p:normalViewPr>
  <p:slideViewPr>
    <p:cSldViewPr snapToGrid="0">
      <p:cViewPr varScale="1">
        <p:scale>
          <a:sx n="93" d="100"/>
          <a:sy n="93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2913E3-A2FE-48DC-AC1F-C28B943C2A1B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17FB1CF-483D-46B5-B205-F0DA71C933B4}">
      <dgm:prSet/>
      <dgm:spPr/>
      <dgm:t>
        <a:bodyPr/>
        <a:lstStyle/>
        <a:p>
          <a:r>
            <a:rPr lang="en-NL"/>
            <a:t>What is Playwright</a:t>
          </a:r>
          <a:endParaRPr lang="en-US"/>
        </a:p>
      </dgm:t>
    </dgm:pt>
    <dgm:pt modelId="{8B149A13-A1BE-48AB-BCC1-B50AC61391A3}" type="parTrans" cxnId="{27E616D0-E6BD-4FE3-A8A1-F90C3BFE59BD}">
      <dgm:prSet/>
      <dgm:spPr/>
      <dgm:t>
        <a:bodyPr/>
        <a:lstStyle/>
        <a:p>
          <a:endParaRPr lang="en-US"/>
        </a:p>
      </dgm:t>
    </dgm:pt>
    <dgm:pt modelId="{C75B0076-9C4A-478C-89DB-5AD830A752EA}" type="sibTrans" cxnId="{27E616D0-E6BD-4FE3-A8A1-F90C3BFE59BD}">
      <dgm:prSet/>
      <dgm:spPr/>
      <dgm:t>
        <a:bodyPr/>
        <a:lstStyle/>
        <a:p>
          <a:endParaRPr lang="en-US"/>
        </a:p>
      </dgm:t>
    </dgm:pt>
    <dgm:pt modelId="{FD20D08C-9A89-4A74-BE64-97F71CDE4CD5}">
      <dgm:prSet/>
      <dgm:spPr/>
      <dgm:t>
        <a:bodyPr/>
        <a:lstStyle/>
        <a:p>
          <a:r>
            <a:rPr lang="en-NL"/>
            <a:t>Why Playwright</a:t>
          </a:r>
          <a:endParaRPr lang="en-US"/>
        </a:p>
      </dgm:t>
    </dgm:pt>
    <dgm:pt modelId="{259F6C9B-AB7B-4339-8D4B-226D7ECFB128}" type="parTrans" cxnId="{DCB567EB-66B6-4CFF-BAE9-8B69A513C10A}">
      <dgm:prSet/>
      <dgm:spPr/>
      <dgm:t>
        <a:bodyPr/>
        <a:lstStyle/>
        <a:p>
          <a:endParaRPr lang="en-US"/>
        </a:p>
      </dgm:t>
    </dgm:pt>
    <dgm:pt modelId="{9DCC246C-F361-41AC-917C-9B8B75583208}" type="sibTrans" cxnId="{DCB567EB-66B6-4CFF-BAE9-8B69A513C10A}">
      <dgm:prSet/>
      <dgm:spPr/>
      <dgm:t>
        <a:bodyPr/>
        <a:lstStyle/>
        <a:p>
          <a:endParaRPr lang="en-US"/>
        </a:p>
      </dgm:t>
    </dgm:pt>
    <dgm:pt modelId="{C920F03C-FE32-4AC8-AF64-D2F0DC878121}">
      <dgm:prSet/>
      <dgm:spPr/>
      <dgm:t>
        <a:bodyPr/>
        <a:lstStyle/>
        <a:p>
          <a:r>
            <a:rPr lang="en-NL"/>
            <a:t>Setup environment</a:t>
          </a:r>
          <a:endParaRPr lang="en-US"/>
        </a:p>
      </dgm:t>
    </dgm:pt>
    <dgm:pt modelId="{F5970232-7C0D-4D9A-90BF-D50EAAB07E70}" type="parTrans" cxnId="{9259B60F-990E-4468-A850-2C4F8001ED81}">
      <dgm:prSet/>
      <dgm:spPr/>
      <dgm:t>
        <a:bodyPr/>
        <a:lstStyle/>
        <a:p>
          <a:endParaRPr lang="en-US"/>
        </a:p>
      </dgm:t>
    </dgm:pt>
    <dgm:pt modelId="{9D68BA4F-F698-4451-A147-95881265DF01}" type="sibTrans" cxnId="{9259B60F-990E-4468-A850-2C4F8001ED81}">
      <dgm:prSet/>
      <dgm:spPr/>
      <dgm:t>
        <a:bodyPr/>
        <a:lstStyle/>
        <a:p>
          <a:endParaRPr lang="en-US"/>
        </a:p>
      </dgm:t>
    </dgm:pt>
    <dgm:pt modelId="{10894983-BBEF-47E9-A07C-ECC223E06889}">
      <dgm:prSet/>
      <dgm:spPr/>
      <dgm:t>
        <a:bodyPr/>
        <a:lstStyle/>
        <a:p>
          <a:r>
            <a:rPr lang="en-NL"/>
            <a:t>Demo: My first automation </a:t>
          </a:r>
          <a:endParaRPr lang="en-US"/>
        </a:p>
      </dgm:t>
    </dgm:pt>
    <dgm:pt modelId="{A92385E2-4A60-4DC0-A5D4-AB598C98DC8E}" type="parTrans" cxnId="{C1A64EC3-A5C2-4749-9ECA-2110F9C163B8}">
      <dgm:prSet/>
      <dgm:spPr/>
      <dgm:t>
        <a:bodyPr/>
        <a:lstStyle/>
        <a:p>
          <a:endParaRPr lang="en-US"/>
        </a:p>
      </dgm:t>
    </dgm:pt>
    <dgm:pt modelId="{DA3EF6A5-8C91-4725-B35A-B784310418E7}" type="sibTrans" cxnId="{C1A64EC3-A5C2-4749-9ECA-2110F9C163B8}">
      <dgm:prSet/>
      <dgm:spPr/>
      <dgm:t>
        <a:bodyPr/>
        <a:lstStyle/>
        <a:p>
          <a:endParaRPr lang="en-US"/>
        </a:p>
      </dgm:t>
    </dgm:pt>
    <dgm:pt modelId="{ED7E66F7-1B40-4324-8B78-DAA63D53C698}">
      <dgm:prSet/>
      <dgm:spPr/>
      <dgm:t>
        <a:bodyPr/>
        <a:lstStyle/>
        <a:p>
          <a:r>
            <a:rPr lang="en-NL"/>
            <a:t>Demo: Automate using codegen</a:t>
          </a:r>
          <a:endParaRPr lang="en-US"/>
        </a:p>
      </dgm:t>
    </dgm:pt>
    <dgm:pt modelId="{C3179E70-1554-4234-93AA-13DE960BEFE8}" type="parTrans" cxnId="{85F96AAA-84BE-428B-B27F-383E5E35B27E}">
      <dgm:prSet/>
      <dgm:spPr/>
      <dgm:t>
        <a:bodyPr/>
        <a:lstStyle/>
        <a:p>
          <a:endParaRPr lang="en-US"/>
        </a:p>
      </dgm:t>
    </dgm:pt>
    <dgm:pt modelId="{938BEF2A-E48E-4809-B82D-5F9C6BB8F222}" type="sibTrans" cxnId="{85F96AAA-84BE-428B-B27F-383E5E35B27E}">
      <dgm:prSet/>
      <dgm:spPr/>
      <dgm:t>
        <a:bodyPr/>
        <a:lstStyle/>
        <a:p>
          <a:endParaRPr lang="en-US"/>
        </a:p>
      </dgm:t>
    </dgm:pt>
    <dgm:pt modelId="{2938CB11-F207-45EB-9D90-B3DD2472E794}">
      <dgm:prSet/>
      <dgm:spPr/>
      <dgm:t>
        <a:bodyPr/>
        <a:lstStyle/>
        <a:p>
          <a:r>
            <a:rPr lang="en-NL"/>
            <a:t>Demo: Using agents automate entire webapp</a:t>
          </a:r>
          <a:endParaRPr lang="en-US"/>
        </a:p>
      </dgm:t>
    </dgm:pt>
    <dgm:pt modelId="{209300F6-7116-4038-8E6B-0D1B9C842499}" type="parTrans" cxnId="{E3E9CF73-F241-4F34-A476-33FCFFF32337}">
      <dgm:prSet/>
      <dgm:spPr/>
      <dgm:t>
        <a:bodyPr/>
        <a:lstStyle/>
        <a:p>
          <a:endParaRPr lang="en-US"/>
        </a:p>
      </dgm:t>
    </dgm:pt>
    <dgm:pt modelId="{366088C0-0514-480B-8202-81C62B0BA968}" type="sibTrans" cxnId="{E3E9CF73-F241-4F34-A476-33FCFFF32337}">
      <dgm:prSet/>
      <dgm:spPr/>
      <dgm:t>
        <a:bodyPr/>
        <a:lstStyle/>
        <a:p>
          <a:endParaRPr lang="en-US"/>
        </a:p>
      </dgm:t>
    </dgm:pt>
    <dgm:pt modelId="{6301BE97-3FDD-184A-B320-2847B8CB6AD9}" type="pres">
      <dgm:prSet presAssocID="{7F2913E3-A2FE-48DC-AC1F-C28B943C2A1B}" presName="diagram" presStyleCnt="0">
        <dgm:presLayoutVars>
          <dgm:dir/>
          <dgm:resizeHandles val="exact"/>
        </dgm:presLayoutVars>
      </dgm:prSet>
      <dgm:spPr/>
    </dgm:pt>
    <dgm:pt modelId="{D028766B-2557-F14A-9748-8C544EC70FED}" type="pres">
      <dgm:prSet presAssocID="{917FB1CF-483D-46B5-B205-F0DA71C933B4}" presName="node" presStyleLbl="node1" presStyleIdx="0" presStyleCnt="6">
        <dgm:presLayoutVars>
          <dgm:bulletEnabled val="1"/>
        </dgm:presLayoutVars>
      </dgm:prSet>
      <dgm:spPr/>
    </dgm:pt>
    <dgm:pt modelId="{521F998B-7443-0F41-AF5B-3B3CABB18A92}" type="pres">
      <dgm:prSet presAssocID="{C75B0076-9C4A-478C-89DB-5AD830A752EA}" presName="sibTrans" presStyleCnt="0"/>
      <dgm:spPr/>
    </dgm:pt>
    <dgm:pt modelId="{54C74A11-C9E1-9746-AA25-34024D2DEB7D}" type="pres">
      <dgm:prSet presAssocID="{FD20D08C-9A89-4A74-BE64-97F71CDE4CD5}" presName="node" presStyleLbl="node1" presStyleIdx="1" presStyleCnt="6">
        <dgm:presLayoutVars>
          <dgm:bulletEnabled val="1"/>
        </dgm:presLayoutVars>
      </dgm:prSet>
      <dgm:spPr/>
    </dgm:pt>
    <dgm:pt modelId="{37C682BF-D454-BD46-A531-9BA28A6074B6}" type="pres">
      <dgm:prSet presAssocID="{9DCC246C-F361-41AC-917C-9B8B75583208}" presName="sibTrans" presStyleCnt="0"/>
      <dgm:spPr/>
    </dgm:pt>
    <dgm:pt modelId="{4FE7C409-CBB6-304C-B155-4816005E4ADB}" type="pres">
      <dgm:prSet presAssocID="{C920F03C-FE32-4AC8-AF64-D2F0DC878121}" presName="node" presStyleLbl="node1" presStyleIdx="2" presStyleCnt="6">
        <dgm:presLayoutVars>
          <dgm:bulletEnabled val="1"/>
        </dgm:presLayoutVars>
      </dgm:prSet>
      <dgm:spPr/>
    </dgm:pt>
    <dgm:pt modelId="{E7FB3A0E-B7D2-504A-8F29-2A175F098465}" type="pres">
      <dgm:prSet presAssocID="{9D68BA4F-F698-4451-A147-95881265DF01}" presName="sibTrans" presStyleCnt="0"/>
      <dgm:spPr/>
    </dgm:pt>
    <dgm:pt modelId="{3C936BE6-BB5A-714E-BBBF-9018584FD12C}" type="pres">
      <dgm:prSet presAssocID="{10894983-BBEF-47E9-A07C-ECC223E06889}" presName="node" presStyleLbl="node1" presStyleIdx="3" presStyleCnt="6">
        <dgm:presLayoutVars>
          <dgm:bulletEnabled val="1"/>
        </dgm:presLayoutVars>
      </dgm:prSet>
      <dgm:spPr/>
    </dgm:pt>
    <dgm:pt modelId="{B90F5904-6B8B-4A44-9495-77EC676E29A2}" type="pres">
      <dgm:prSet presAssocID="{DA3EF6A5-8C91-4725-B35A-B784310418E7}" presName="sibTrans" presStyleCnt="0"/>
      <dgm:spPr/>
    </dgm:pt>
    <dgm:pt modelId="{2E09FDBA-E82F-C54D-B275-027C21EE5B6C}" type="pres">
      <dgm:prSet presAssocID="{ED7E66F7-1B40-4324-8B78-DAA63D53C698}" presName="node" presStyleLbl="node1" presStyleIdx="4" presStyleCnt="6">
        <dgm:presLayoutVars>
          <dgm:bulletEnabled val="1"/>
        </dgm:presLayoutVars>
      </dgm:prSet>
      <dgm:spPr/>
    </dgm:pt>
    <dgm:pt modelId="{3741D085-DD8A-894D-AF88-4144AD5BEB35}" type="pres">
      <dgm:prSet presAssocID="{938BEF2A-E48E-4809-B82D-5F9C6BB8F222}" presName="sibTrans" presStyleCnt="0"/>
      <dgm:spPr/>
    </dgm:pt>
    <dgm:pt modelId="{18913F5F-7C1C-B843-B138-415C01E19524}" type="pres">
      <dgm:prSet presAssocID="{2938CB11-F207-45EB-9D90-B3DD2472E794}" presName="node" presStyleLbl="node1" presStyleIdx="5" presStyleCnt="6">
        <dgm:presLayoutVars>
          <dgm:bulletEnabled val="1"/>
        </dgm:presLayoutVars>
      </dgm:prSet>
      <dgm:spPr/>
    </dgm:pt>
  </dgm:ptLst>
  <dgm:cxnLst>
    <dgm:cxn modelId="{D67A3200-F98A-D747-BDCA-3F6D21A42737}" type="presOf" srcId="{ED7E66F7-1B40-4324-8B78-DAA63D53C698}" destId="{2E09FDBA-E82F-C54D-B275-027C21EE5B6C}" srcOrd="0" destOrd="0" presId="urn:microsoft.com/office/officeart/2005/8/layout/default"/>
    <dgm:cxn modelId="{9259B60F-990E-4468-A850-2C4F8001ED81}" srcId="{7F2913E3-A2FE-48DC-AC1F-C28B943C2A1B}" destId="{C920F03C-FE32-4AC8-AF64-D2F0DC878121}" srcOrd="2" destOrd="0" parTransId="{F5970232-7C0D-4D9A-90BF-D50EAAB07E70}" sibTransId="{9D68BA4F-F698-4451-A147-95881265DF01}"/>
    <dgm:cxn modelId="{EE506926-176B-5A46-88B6-5DE0207512CF}" type="presOf" srcId="{917FB1CF-483D-46B5-B205-F0DA71C933B4}" destId="{D028766B-2557-F14A-9748-8C544EC70FED}" srcOrd="0" destOrd="0" presId="urn:microsoft.com/office/officeart/2005/8/layout/default"/>
    <dgm:cxn modelId="{E3E9CF73-F241-4F34-A476-33FCFFF32337}" srcId="{7F2913E3-A2FE-48DC-AC1F-C28B943C2A1B}" destId="{2938CB11-F207-45EB-9D90-B3DD2472E794}" srcOrd="5" destOrd="0" parTransId="{209300F6-7116-4038-8E6B-0D1B9C842499}" sibTransId="{366088C0-0514-480B-8202-81C62B0BA968}"/>
    <dgm:cxn modelId="{0270E2A5-A491-9746-B585-07BEFFCA2468}" type="presOf" srcId="{10894983-BBEF-47E9-A07C-ECC223E06889}" destId="{3C936BE6-BB5A-714E-BBBF-9018584FD12C}" srcOrd="0" destOrd="0" presId="urn:microsoft.com/office/officeart/2005/8/layout/default"/>
    <dgm:cxn modelId="{85F96AAA-84BE-428B-B27F-383E5E35B27E}" srcId="{7F2913E3-A2FE-48DC-AC1F-C28B943C2A1B}" destId="{ED7E66F7-1B40-4324-8B78-DAA63D53C698}" srcOrd="4" destOrd="0" parTransId="{C3179E70-1554-4234-93AA-13DE960BEFE8}" sibTransId="{938BEF2A-E48E-4809-B82D-5F9C6BB8F222}"/>
    <dgm:cxn modelId="{5FC617B6-3F01-6C4D-A59A-466D680101B4}" type="presOf" srcId="{C920F03C-FE32-4AC8-AF64-D2F0DC878121}" destId="{4FE7C409-CBB6-304C-B155-4816005E4ADB}" srcOrd="0" destOrd="0" presId="urn:microsoft.com/office/officeart/2005/8/layout/default"/>
    <dgm:cxn modelId="{C1A64EC3-A5C2-4749-9ECA-2110F9C163B8}" srcId="{7F2913E3-A2FE-48DC-AC1F-C28B943C2A1B}" destId="{10894983-BBEF-47E9-A07C-ECC223E06889}" srcOrd="3" destOrd="0" parTransId="{A92385E2-4A60-4DC0-A5D4-AB598C98DC8E}" sibTransId="{DA3EF6A5-8C91-4725-B35A-B784310418E7}"/>
    <dgm:cxn modelId="{77E7D5CA-C671-194A-8F2D-4A04D0E63853}" type="presOf" srcId="{7F2913E3-A2FE-48DC-AC1F-C28B943C2A1B}" destId="{6301BE97-3FDD-184A-B320-2847B8CB6AD9}" srcOrd="0" destOrd="0" presId="urn:microsoft.com/office/officeart/2005/8/layout/default"/>
    <dgm:cxn modelId="{27E616D0-E6BD-4FE3-A8A1-F90C3BFE59BD}" srcId="{7F2913E3-A2FE-48DC-AC1F-C28B943C2A1B}" destId="{917FB1CF-483D-46B5-B205-F0DA71C933B4}" srcOrd="0" destOrd="0" parTransId="{8B149A13-A1BE-48AB-BCC1-B50AC61391A3}" sibTransId="{C75B0076-9C4A-478C-89DB-5AD830A752EA}"/>
    <dgm:cxn modelId="{3E819CDB-97D0-3244-A7C6-9A98F3350F6A}" type="presOf" srcId="{2938CB11-F207-45EB-9D90-B3DD2472E794}" destId="{18913F5F-7C1C-B843-B138-415C01E19524}" srcOrd="0" destOrd="0" presId="urn:microsoft.com/office/officeart/2005/8/layout/default"/>
    <dgm:cxn modelId="{DCB567EB-66B6-4CFF-BAE9-8B69A513C10A}" srcId="{7F2913E3-A2FE-48DC-AC1F-C28B943C2A1B}" destId="{FD20D08C-9A89-4A74-BE64-97F71CDE4CD5}" srcOrd="1" destOrd="0" parTransId="{259F6C9B-AB7B-4339-8D4B-226D7ECFB128}" sibTransId="{9DCC246C-F361-41AC-917C-9B8B75583208}"/>
    <dgm:cxn modelId="{DC8F90F3-96DB-F940-A206-ED4C1B691FD2}" type="presOf" srcId="{FD20D08C-9A89-4A74-BE64-97F71CDE4CD5}" destId="{54C74A11-C9E1-9746-AA25-34024D2DEB7D}" srcOrd="0" destOrd="0" presId="urn:microsoft.com/office/officeart/2005/8/layout/default"/>
    <dgm:cxn modelId="{151131AB-55ED-9848-B2D2-B3D3A922F458}" type="presParOf" srcId="{6301BE97-3FDD-184A-B320-2847B8CB6AD9}" destId="{D028766B-2557-F14A-9748-8C544EC70FED}" srcOrd="0" destOrd="0" presId="urn:microsoft.com/office/officeart/2005/8/layout/default"/>
    <dgm:cxn modelId="{E8D3E805-0D3B-8147-B06E-86540FC2C94A}" type="presParOf" srcId="{6301BE97-3FDD-184A-B320-2847B8CB6AD9}" destId="{521F998B-7443-0F41-AF5B-3B3CABB18A92}" srcOrd="1" destOrd="0" presId="urn:microsoft.com/office/officeart/2005/8/layout/default"/>
    <dgm:cxn modelId="{1383218C-AD6B-944F-B4C1-1C8659D93873}" type="presParOf" srcId="{6301BE97-3FDD-184A-B320-2847B8CB6AD9}" destId="{54C74A11-C9E1-9746-AA25-34024D2DEB7D}" srcOrd="2" destOrd="0" presId="urn:microsoft.com/office/officeart/2005/8/layout/default"/>
    <dgm:cxn modelId="{04654087-E0AA-4C4D-A8F7-239394A15571}" type="presParOf" srcId="{6301BE97-3FDD-184A-B320-2847B8CB6AD9}" destId="{37C682BF-D454-BD46-A531-9BA28A6074B6}" srcOrd="3" destOrd="0" presId="urn:microsoft.com/office/officeart/2005/8/layout/default"/>
    <dgm:cxn modelId="{F7D5095F-2947-9742-85F2-3729900528B8}" type="presParOf" srcId="{6301BE97-3FDD-184A-B320-2847B8CB6AD9}" destId="{4FE7C409-CBB6-304C-B155-4816005E4ADB}" srcOrd="4" destOrd="0" presId="urn:microsoft.com/office/officeart/2005/8/layout/default"/>
    <dgm:cxn modelId="{EA3A0CCC-C21B-2B4A-90E8-3ED5E728A8AE}" type="presParOf" srcId="{6301BE97-3FDD-184A-B320-2847B8CB6AD9}" destId="{E7FB3A0E-B7D2-504A-8F29-2A175F098465}" srcOrd="5" destOrd="0" presId="urn:microsoft.com/office/officeart/2005/8/layout/default"/>
    <dgm:cxn modelId="{23EB51CC-0F91-9740-8ED5-290E4C505BA1}" type="presParOf" srcId="{6301BE97-3FDD-184A-B320-2847B8CB6AD9}" destId="{3C936BE6-BB5A-714E-BBBF-9018584FD12C}" srcOrd="6" destOrd="0" presId="urn:microsoft.com/office/officeart/2005/8/layout/default"/>
    <dgm:cxn modelId="{A10FA361-8EF7-344D-89BE-DA0E8A1AF3C1}" type="presParOf" srcId="{6301BE97-3FDD-184A-B320-2847B8CB6AD9}" destId="{B90F5904-6B8B-4A44-9495-77EC676E29A2}" srcOrd="7" destOrd="0" presId="urn:microsoft.com/office/officeart/2005/8/layout/default"/>
    <dgm:cxn modelId="{8C07F27D-8D79-4B49-BADC-D8D1C12678DD}" type="presParOf" srcId="{6301BE97-3FDD-184A-B320-2847B8CB6AD9}" destId="{2E09FDBA-E82F-C54D-B275-027C21EE5B6C}" srcOrd="8" destOrd="0" presId="urn:microsoft.com/office/officeart/2005/8/layout/default"/>
    <dgm:cxn modelId="{1154F68A-D22A-9D4F-8CE8-9F8333F94B79}" type="presParOf" srcId="{6301BE97-3FDD-184A-B320-2847B8CB6AD9}" destId="{3741D085-DD8A-894D-AF88-4144AD5BEB35}" srcOrd="9" destOrd="0" presId="urn:microsoft.com/office/officeart/2005/8/layout/default"/>
    <dgm:cxn modelId="{6CCB15CE-03CB-4042-A43E-3B304D3857F1}" type="presParOf" srcId="{6301BE97-3FDD-184A-B320-2847B8CB6AD9}" destId="{18913F5F-7C1C-B843-B138-415C01E1952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0003F5-86E5-48D0-8320-7650524AB36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C4A805-0C0B-409B-8EB3-A2D5FA90F143}">
      <dgm:prSet/>
      <dgm:spPr/>
      <dgm:t>
        <a:bodyPr/>
        <a:lstStyle/>
        <a:p>
          <a:r>
            <a:rPr lang="en-GB"/>
            <a:t>is an open-source framework for reliable end-to-end testing for modern web apps. released in 2020</a:t>
          </a:r>
          <a:endParaRPr lang="en-US"/>
        </a:p>
      </dgm:t>
    </dgm:pt>
    <dgm:pt modelId="{C2677919-B053-4E7A-B4DE-B76E4C927748}" type="parTrans" cxnId="{0B5FC80A-3DF3-4FFA-A1F6-685D8E067D29}">
      <dgm:prSet/>
      <dgm:spPr/>
      <dgm:t>
        <a:bodyPr/>
        <a:lstStyle/>
        <a:p>
          <a:endParaRPr lang="en-US"/>
        </a:p>
      </dgm:t>
    </dgm:pt>
    <dgm:pt modelId="{6C0A60EF-3AB5-4B6B-8C53-1002AA05DC43}" type="sibTrans" cxnId="{0B5FC80A-3DF3-4FFA-A1F6-685D8E067D29}">
      <dgm:prSet/>
      <dgm:spPr/>
      <dgm:t>
        <a:bodyPr/>
        <a:lstStyle/>
        <a:p>
          <a:endParaRPr lang="en-US"/>
        </a:p>
      </dgm:t>
    </dgm:pt>
    <dgm:pt modelId="{65152763-5CEE-4907-B199-91AD01333B8E}">
      <dgm:prSet/>
      <dgm:spPr/>
      <dgm:t>
        <a:bodyPr/>
        <a:lstStyle/>
        <a:p>
          <a:r>
            <a:rPr lang="en-GB"/>
            <a:t>Playwright is a robust testing and automation framework developed by Microsoft</a:t>
          </a:r>
          <a:endParaRPr lang="en-US"/>
        </a:p>
      </dgm:t>
    </dgm:pt>
    <dgm:pt modelId="{8BAA992A-3569-4451-AF1A-9AE13C071C67}" type="parTrans" cxnId="{0E38F140-2213-44FC-809B-BF53AAE6D469}">
      <dgm:prSet/>
      <dgm:spPr/>
      <dgm:t>
        <a:bodyPr/>
        <a:lstStyle/>
        <a:p>
          <a:endParaRPr lang="en-US"/>
        </a:p>
      </dgm:t>
    </dgm:pt>
    <dgm:pt modelId="{B9E11E6B-3760-41AB-8A4E-89CEE7510651}" type="sibTrans" cxnId="{0E38F140-2213-44FC-809B-BF53AAE6D469}">
      <dgm:prSet/>
      <dgm:spPr/>
      <dgm:t>
        <a:bodyPr/>
        <a:lstStyle/>
        <a:p>
          <a:endParaRPr lang="en-US"/>
        </a:p>
      </dgm:t>
    </dgm:pt>
    <dgm:pt modelId="{6795153E-FE37-44C0-A42F-0071E3A9336F}">
      <dgm:prSet/>
      <dgm:spPr/>
      <dgm:t>
        <a:bodyPr/>
        <a:lstStyle/>
        <a:p>
          <a:r>
            <a:rPr lang="en-GB"/>
            <a:t>Quickly gained popularity among testers due to its powerful features, ease of use</a:t>
          </a:r>
          <a:endParaRPr lang="en-US"/>
        </a:p>
      </dgm:t>
    </dgm:pt>
    <dgm:pt modelId="{FF18F167-B3D8-4FAD-ADB2-2028FA6C395D}" type="parTrans" cxnId="{D900CADA-DAE6-41F5-9D66-AEEEE12AD8D5}">
      <dgm:prSet/>
      <dgm:spPr/>
      <dgm:t>
        <a:bodyPr/>
        <a:lstStyle/>
        <a:p>
          <a:endParaRPr lang="en-US"/>
        </a:p>
      </dgm:t>
    </dgm:pt>
    <dgm:pt modelId="{061E5882-6874-4AC5-AB76-C624FD705DA2}" type="sibTrans" cxnId="{D900CADA-DAE6-41F5-9D66-AEEEE12AD8D5}">
      <dgm:prSet/>
      <dgm:spPr/>
      <dgm:t>
        <a:bodyPr/>
        <a:lstStyle/>
        <a:p>
          <a:endParaRPr lang="en-US"/>
        </a:p>
      </dgm:t>
    </dgm:pt>
    <dgm:pt modelId="{07C0797A-0846-4C1F-98D1-FE7723B521B7}">
      <dgm:prSet/>
      <dgm:spPr/>
      <dgm:t>
        <a:bodyPr/>
        <a:lstStyle/>
        <a:p>
          <a:r>
            <a:rPr lang="en-GB"/>
            <a:t>Playwright operates by leveraging the underlying browser protocols directly, Unlike traditional WebDriver-based tools like Selenium. Due to which it is faster and more reliable.</a:t>
          </a:r>
          <a:endParaRPr lang="en-US"/>
        </a:p>
      </dgm:t>
    </dgm:pt>
    <dgm:pt modelId="{D3229175-0A63-4301-9A4F-BCD9569E13D8}" type="parTrans" cxnId="{0059B654-C716-465A-BC19-2C4C1C7C6768}">
      <dgm:prSet/>
      <dgm:spPr/>
      <dgm:t>
        <a:bodyPr/>
        <a:lstStyle/>
        <a:p>
          <a:endParaRPr lang="en-US"/>
        </a:p>
      </dgm:t>
    </dgm:pt>
    <dgm:pt modelId="{FF68B81B-346A-4E90-8F91-2FBE8CBD817F}" type="sibTrans" cxnId="{0059B654-C716-465A-BC19-2C4C1C7C6768}">
      <dgm:prSet/>
      <dgm:spPr/>
      <dgm:t>
        <a:bodyPr/>
        <a:lstStyle/>
        <a:p>
          <a:endParaRPr lang="en-US"/>
        </a:p>
      </dgm:t>
    </dgm:pt>
    <dgm:pt modelId="{121BEEDE-21E8-41E4-BB20-580E4FC53DC8}">
      <dgm:prSet/>
      <dgm:spPr/>
      <dgm:t>
        <a:bodyPr/>
        <a:lstStyle/>
        <a:p>
          <a:r>
            <a:rPr lang="en-GB"/>
            <a:t>Features like automatic waiting, full test isolation, and robust handling of complex web elements like iframes and Shadow DOM.</a:t>
          </a:r>
          <a:endParaRPr lang="en-US"/>
        </a:p>
      </dgm:t>
    </dgm:pt>
    <dgm:pt modelId="{B6585728-5C75-4742-8319-40DDB918D13F}" type="parTrans" cxnId="{971E0F62-2E88-4985-A986-DAFF63761D64}">
      <dgm:prSet/>
      <dgm:spPr/>
      <dgm:t>
        <a:bodyPr/>
        <a:lstStyle/>
        <a:p>
          <a:endParaRPr lang="en-US"/>
        </a:p>
      </dgm:t>
    </dgm:pt>
    <dgm:pt modelId="{A46908E0-5615-4AF3-A358-04789D2892CE}" type="sibTrans" cxnId="{971E0F62-2E88-4985-A986-DAFF63761D64}">
      <dgm:prSet/>
      <dgm:spPr/>
      <dgm:t>
        <a:bodyPr/>
        <a:lstStyle/>
        <a:p>
          <a:endParaRPr lang="en-US"/>
        </a:p>
      </dgm:t>
    </dgm:pt>
    <dgm:pt modelId="{A3A20DC5-EC63-2943-BA72-62EBAE2C82B8}" type="pres">
      <dgm:prSet presAssocID="{180003F5-86E5-48D0-8320-7650524AB36E}" presName="linear" presStyleCnt="0">
        <dgm:presLayoutVars>
          <dgm:animLvl val="lvl"/>
          <dgm:resizeHandles val="exact"/>
        </dgm:presLayoutVars>
      </dgm:prSet>
      <dgm:spPr/>
    </dgm:pt>
    <dgm:pt modelId="{C1E0C4AC-6120-5C4E-9171-9D819548552B}" type="pres">
      <dgm:prSet presAssocID="{2DC4A805-0C0B-409B-8EB3-A2D5FA90F1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190EA25-D9E5-9F45-9E51-47EE34D3AE0A}" type="pres">
      <dgm:prSet presAssocID="{6C0A60EF-3AB5-4B6B-8C53-1002AA05DC43}" presName="spacer" presStyleCnt="0"/>
      <dgm:spPr/>
    </dgm:pt>
    <dgm:pt modelId="{832F935F-D1AC-8740-AD57-431461FE9CC6}" type="pres">
      <dgm:prSet presAssocID="{65152763-5CEE-4907-B199-91AD01333B8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5AFF5C-E113-114E-9E15-B0C309AFD1EE}" type="pres">
      <dgm:prSet presAssocID="{B9E11E6B-3760-41AB-8A4E-89CEE7510651}" presName="spacer" presStyleCnt="0"/>
      <dgm:spPr/>
    </dgm:pt>
    <dgm:pt modelId="{3CFFE3FB-AF5B-C74C-A309-C537D7ED7290}" type="pres">
      <dgm:prSet presAssocID="{6795153E-FE37-44C0-A42F-0071E3A9336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B0C338A-7193-D749-8C85-2A8AEF9816C1}" type="pres">
      <dgm:prSet presAssocID="{061E5882-6874-4AC5-AB76-C624FD705DA2}" presName="spacer" presStyleCnt="0"/>
      <dgm:spPr/>
    </dgm:pt>
    <dgm:pt modelId="{D8FCE83C-01FB-7E43-B8BC-799C17543BB0}" type="pres">
      <dgm:prSet presAssocID="{07C0797A-0846-4C1F-98D1-FE7723B521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17B529C-D380-9643-B4C0-42C29FB73C47}" type="pres">
      <dgm:prSet presAssocID="{FF68B81B-346A-4E90-8F91-2FBE8CBD817F}" presName="spacer" presStyleCnt="0"/>
      <dgm:spPr/>
    </dgm:pt>
    <dgm:pt modelId="{EAC639BE-D5AC-A644-90FB-8D2C656A501C}" type="pres">
      <dgm:prSet presAssocID="{121BEEDE-21E8-41E4-BB20-580E4FC53DC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B5FC80A-3DF3-4FFA-A1F6-685D8E067D29}" srcId="{180003F5-86E5-48D0-8320-7650524AB36E}" destId="{2DC4A805-0C0B-409B-8EB3-A2D5FA90F143}" srcOrd="0" destOrd="0" parTransId="{C2677919-B053-4E7A-B4DE-B76E4C927748}" sibTransId="{6C0A60EF-3AB5-4B6B-8C53-1002AA05DC43}"/>
    <dgm:cxn modelId="{0E38F140-2213-44FC-809B-BF53AAE6D469}" srcId="{180003F5-86E5-48D0-8320-7650524AB36E}" destId="{65152763-5CEE-4907-B199-91AD01333B8E}" srcOrd="1" destOrd="0" parTransId="{8BAA992A-3569-4451-AF1A-9AE13C071C67}" sibTransId="{B9E11E6B-3760-41AB-8A4E-89CEE7510651}"/>
    <dgm:cxn modelId="{01D13546-ACA7-0E49-9B55-1B5912635B42}" type="presOf" srcId="{2DC4A805-0C0B-409B-8EB3-A2D5FA90F143}" destId="{C1E0C4AC-6120-5C4E-9171-9D819548552B}" srcOrd="0" destOrd="0" presId="urn:microsoft.com/office/officeart/2005/8/layout/vList2"/>
    <dgm:cxn modelId="{1A4B844B-7D96-1547-9801-B5C68CBE3694}" type="presOf" srcId="{6795153E-FE37-44C0-A42F-0071E3A9336F}" destId="{3CFFE3FB-AF5B-C74C-A309-C537D7ED7290}" srcOrd="0" destOrd="0" presId="urn:microsoft.com/office/officeart/2005/8/layout/vList2"/>
    <dgm:cxn modelId="{0059B654-C716-465A-BC19-2C4C1C7C6768}" srcId="{180003F5-86E5-48D0-8320-7650524AB36E}" destId="{07C0797A-0846-4C1F-98D1-FE7723B521B7}" srcOrd="3" destOrd="0" parTransId="{D3229175-0A63-4301-9A4F-BCD9569E13D8}" sibTransId="{FF68B81B-346A-4E90-8F91-2FBE8CBD817F}"/>
    <dgm:cxn modelId="{971E0F62-2E88-4985-A986-DAFF63761D64}" srcId="{180003F5-86E5-48D0-8320-7650524AB36E}" destId="{121BEEDE-21E8-41E4-BB20-580E4FC53DC8}" srcOrd="4" destOrd="0" parTransId="{B6585728-5C75-4742-8319-40DDB918D13F}" sibTransId="{A46908E0-5615-4AF3-A358-04789D2892CE}"/>
    <dgm:cxn modelId="{A64DC069-9239-234B-91DC-AB81D36288F3}" type="presOf" srcId="{121BEEDE-21E8-41E4-BB20-580E4FC53DC8}" destId="{EAC639BE-D5AC-A644-90FB-8D2C656A501C}" srcOrd="0" destOrd="0" presId="urn:microsoft.com/office/officeart/2005/8/layout/vList2"/>
    <dgm:cxn modelId="{0A1F077F-0F10-C946-AF38-123DF9A09D9B}" type="presOf" srcId="{180003F5-86E5-48D0-8320-7650524AB36E}" destId="{A3A20DC5-EC63-2943-BA72-62EBAE2C82B8}" srcOrd="0" destOrd="0" presId="urn:microsoft.com/office/officeart/2005/8/layout/vList2"/>
    <dgm:cxn modelId="{DC4D4388-7139-6046-8858-70B0416B0C92}" type="presOf" srcId="{65152763-5CEE-4907-B199-91AD01333B8E}" destId="{832F935F-D1AC-8740-AD57-431461FE9CC6}" srcOrd="0" destOrd="0" presId="urn:microsoft.com/office/officeart/2005/8/layout/vList2"/>
    <dgm:cxn modelId="{A5A9499F-21ED-0C4B-A54F-CA985BFDE758}" type="presOf" srcId="{07C0797A-0846-4C1F-98D1-FE7723B521B7}" destId="{D8FCE83C-01FB-7E43-B8BC-799C17543BB0}" srcOrd="0" destOrd="0" presId="urn:microsoft.com/office/officeart/2005/8/layout/vList2"/>
    <dgm:cxn modelId="{D900CADA-DAE6-41F5-9D66-AEEEE12AD8D5}" srcId="{180003F5-86E5-48D0-8320-7650524AB36E}" destId="{6795153E-FE37-44C0-A42F-0071E3A9336F}" srcOrd="2" destOrd="0" parTransId="{FF18F167-B3D8-4FAD-ADB2-2028FA6C395D}" sibTransId="{061E5882-6874-4AC5-AB76-C624FD705DA2}"/>
    <dgm:cxn modelId="{AFB50CE1-2F7E-9D48-A198-A118F06896AA}" type="presParOf" srcId="{A3A20DC5-EC63-2943-BA72-62EBAE2C82B8}" destId="{C1E0C4AC-6120-5C4E-9171-9D819548552B}" srcOrd="0" destOrd="0" presId="urn:microsoft.com/office/officeart/2005/8/layout/vList2"/>
    <dgm:cxn modelId="{1E0958FF-DB61-D44D-8F6F-790977266435}" type="presParOf" srcId="{A3A20DC5-EC63-2943-BA72-62EBAE2C82B8}" destId="{9190EA25-D9E5-9F45-9E51-47EE34D3AE0A}" srcOrd="1" destOrd="0" presId="urn:microsoft.com/office/officeart/2005/8/layout/vList2"/>
    <dgm:cxn modelId="{78987B98-C9E1-2640-B28B-BFB3E7484ECF}" type="presParOf" srcId="{A3A20DC5-EC63-2943-BA72-62EBAE2C82B8}" destId="{832F935F-D1AC-8740-AD57-431461FE9CC6}" srcOrd="2" destOrd="0" presId="urn:microsoft.com/office/officeart/2005/8/layout/vList2"/>
    <dgm:cxn modelId="{A4CAE056-8C27-7F45-BF01-563D9732FC19}" type="presParOf" srcId="{A3A20DC5-EC63-2943-BA72-62EBAE2C82B8}" destId="{695AFF5C-E113-114E-9E15-B0C309AFD1EE}" srcOrd="3" destOrd="0" presId="urn:microsoft.com/office/officeart/2005/8/layout/vList2"/>
    <dgm:cxn modelId="{6012C1EA-1651-6A49-B2A5-4EE9D1773E20}" type="presParOf" srcId="{A3A20DC5-EC63-2943-BA72-62EBAE2C82B8}" destId="{3CFFE3FB-AF5B-C74C-A309-C537D7ED7290}" srcOrd="4" destOrd="0" presId="urn:microsoft.com/office/officeart/2005/8/layout/vList2"/>
    <dgm:cxn modelId="{2134F984-EE93-E040-AF88-C11FE8D74869}" type="presParOf" srcId="{A3A20DC5-EC63-2943-BA72-62EBAE2C82B8}" destId="{2B0C338A-7193-D749-8C85-2A8AEF9816C1}" srcOrd="5" destOrd="0" presId="urn:microsoft.com/office/officeart/2005/8/layout/vList2"/>
    <dgm:cxn modelId="{60F2701F-BD06-2247-9DB0-95D445AACB52}" type="presParOf" srcId="{A3A20DC5-EC63-2943-BA72-62EBAE2C82B8}" destId="{D8FCE83C-01FB-7E43-B8BC-799C17543BB0}" srcOrd="6" destOrd="0" presId="urn:microsoft.com/office/officeart/2005/8/layout/vList2"/>
    <dgm:cxn modelId="{1D9407BE-4F08-5C4C-9C45-E5E2A54AE517}" type="presParOf" srcId="{A3A20DC5-EC63-2943-BA72-62EBAE2C82B8}" destId="{517B529C-D380-9643-B4C0-42C29FB73C47}" srcOrd="7" destOrd="0" presId="urn:microsoft.com/office/officeart/2005/8/layout/vList2"/>
    <dgm:cxn modelId="{E7DB5590-BE82-9446-9E23-AC0EA3555655}" type="presParOf" srcId="{A3A20DC5-EC63-2943-BA72-62EBAE2C82B8}" destId="{EAC639BE-D5AC-A644-90FB-8D2C656A501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2C618C-3434-4D60-BC1B-17AA67FE77D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569C39-3426-4201-9515-34967AFE0367}">
      <dgm:prSet/>
      <dgm:spPr/>
      <dgm:t>
        <a:bodyPr/>
        <a:lstStyle/>
        <a:p>
          <a:r>
            <a:rPr lang="en-NL"/>
            <a:t>node</a:t>
          </a:r>
          <a:endParaRPr lang="en-US"/>
        </a:p>
      </dgm:t>
    </dgm:pt>
    <dgm:pt modelId="{5DCE4144-3DD3-47EB-9B3E-10A1177D1867}" type="parTrans" cxnId="{9CC18CC8-CA55-49DD-8010-D6D94F990125}">
      <dgm:prSet/>
      <dgm:spPr/>
      <dgm:t>
        <a:bodyPr/>
        <a:lstStyle/>
        <a:p>
          <a:endParaRPr lang="en-US"/>
        </a:p>
      </dgm:t>
    </dgm:pt>
    <dgm:pt modelId="{B289B34B-2575-42E7-A509-D1317D2C6203}" type="sibTrans" cxnId="{9CC18CC8-CA55-49DD-8010-D6D94F990125}">
      <dgm:prSet/>
      <dgm:spPr/>
      <dgm:t>
        <a:bodyPr/>
        <a:lstStyle/>
        <a:p>
          <a:endParaRPr lang="en-US"/>
        </a:p>
      </dgm:t>
    </dgm:pt>
    <dgm:pt modelId="{9ECD2770-1B42-4FC5-AEE3-08C254FA9999}">
      <dgm:prSet/>
      <dgm:spPr/>
      <dgm:t>
        <a:bodyPr/>
        <a:lstStyle/>
        <a:p>
          <a:r>
            <a:rPr lang="en-NL"/>
            <a:t>npm</a:t>
          </a:r>
          <a:endParaRPr lang="en-US"/>
        </a:p>
      </dgm:t>
    </dgm:pt>
    <dgm:pt modelId="{EE5888C2-57A7-429A-A378-78FFD68B440F}" type="parTrans" cxnId="{88238F59-DAB2-4EEC-8B8F-9D4055FFCB55}">
      <dgm:prSet/>
      <dgm:spPr/>
      <dgm:t>
        <a:bodyPr/>
        <a:lstStyle/>
        <a:p>
          <a:endParaRPr lang="en-US"/>
        </a:p>
      </dgm:t>
    </dgm:pt>
    <dgm:pt modelId="{27D157B4-A392-4C93-8D1A-E9D3E4273C6F}" type="sibTrans" cxnId="{88238F59-DAB2-4EEC-8B8F-9D4055FFCB55}">
      <dgm:prSet/>
      <dgm:spPr/>
      <dgm:t>
        <a:bodyPr/>
        <a:lstStyle/>
        <a:p>
          <a:endParaRPr lang="en-US"/>
        </a:p>
      </dgm:t>
    </dgm:pt>
    <dgm:pt modelId="{D942C675-CABB-44EE-97A3-4A28B69F1006}">
      <dgm:prSet/>
      <dgm:spPr/>
      <dgm:t>
        <a:bodyPr/>
        <a:lstStyle/>
        <a:p>
          <a:r>
            <a:rPr lang="en-NL"/>
            <a:t>VS code (optional)</a:t>
          </a:r>
          <a:endParaRPr lang="en-US"/>
        </a:p>
      </dgm:t>
    </dgm:pt>
    <dgm:pt modelId="{44C34746-6C8A-44E4-A2B8-B9F0D4366E9C}" type="parTrans" cxnId="{18B30154-EDB9-4459-9387-EC174BB87E07}">
      <dgm:prSet/>
      <dgm:spPr/>
      <dgm:t>
        <a:bodyPr/>
        <a:lstStyle/>
        <a:p>
          <a:endParaRPr lang="en-US"/>
        </a:p>
      </dgm:t>
    </dgm:pt>
    <dgm:pt modelId="{F7B7997F-1A86-4840-9F0B-24C2AC324F88}" type="sibTrans" cxnId="{18B30154-EDB9-4459-9387-EC174BB87E07}">
      <dgm:prSet/>
      <dgm:spPr/>
      <dgm:t>
        <a:bodyPr/>
        <a:lstStyle/>
        <a:p>
          <a:endParaRPr lang="en-US"/>
        </a:p>
      </dgm:t>
    </dgm:pt>
    <dgm:pt modelId="{501C96CA-8459-614F-B701-89D3223887ED}" type="pres">
      <dgm:prSet presAssocID="{B82C618C-3434-4D60-BC1B-17AA67FE77D1}" presName="linear" presStyleCnt="0">
        <dgm:presLayoutVars>
          <dgm:dir/>
          <dgm:animLvl val="lvl"/>
          <dgm:resizeHandles val="exact"/>
        </dgm:presLayoutVars>
      </dgm:prSet>
      <dgm:spPr/>
    </dgm:pt>
    <dgm:pt modelId="{1E7257FE-113F-BE40-BC77-A644484573FB}" type="pres">
      <dgm:prSet presAssocID="{A6569C39-3426-4201-9515-34967AFE0367}" presName="parentLin" presStyleCnt="0"/>
      <dgm:spPr/>
    </dgm:pt>
    <dgm:pt modelId="{320413F6-A0FB-B24D-9FF4-42AC29631925}" type="pres">
      <dgm:prSet presAssocID="{A6569C39-3426-4201-9515-34967AFE0367}" presName="parentLeftMargin" presStyleLbl="node1" presStyleIdx="0" presStyleCnt="3"/>
      <dgm:spPr/>
    </dgm:pt>
    <dgm:pt modelId="{AFB752F9-397A-EE4E-9DA1-4417A84C7C66}" type="pres">
      <dgm:prSet presAssocID="{A6569C39-3426-4201-9515-34967AFE03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029F99-B062-8840-B24A-82F9B80E5E49}" type="pres">
      <dgm:prSet presAssocID="{A6569C39-3426-4201-9515-34967AFE0367}" presName="negativeSpace" presStyleCnt="0"/>
      <dgm:spPr/>
    </dgm:pt>
    <dgm:pt modelId="{87633F42-7569-D54C-992A-356036D0D1AE}" type="pres">
      <dgm:prSet presAssocID="{A6569C39-3426-4201-9515-34967AFE0367}" presName="childText" presStyleLbl="conFgAcc1" presStyleIdx="0" presStyleCnt="3">
        <dgm:presLayoutVars>
          <dgm:bulletEnabled val="1"/>
        </dgm:presLayoutVars>
      </dgm:prSet>
      <dgm:spPr/>
    </dgm:pt>
    <dgm:pt modelId="{F1C5C270-2247-1C40-A983-AFEA0974EFD4}" type="pres">
      <dgm:prSet presAssocID="{B289B34B-2575-42E7-A509-D1317D2C6203}" presName="spaceBetweenRectangles" presStyleCnt="0"/>
      <dgm:spPr/>
    </dgm:pt>
    <dgm:pt modelId="{A80892A8-046D-A642-8C4C-4F0995B3ECDC}" type="pres">
      <dgm:prSet presAssocID="{9ECD2770-1B42-4FC5-AEE3-08C254FA9999}" presName="parentLin" presStyleCnt="0"/>
      <dgm:spPr/>
    </dgm:pt>
    <dgm:pt modelId="{83735115-0197-694D-A3A9-6DFDE077D4C1}" type="pres">
      <dgm:prSet presAssocID="{9ECD2770-1B42-4FC5-AEE3-08C254FA9999}" presName="parentLeftMargin" presStyleLbl="node1" presStyleIdx="0" presStyleCnt="3"/>
      <dgm:spPr/>
    </dgm:pt>
    <dgm:pt modelId="{A2F9E970-E19E-DE44-9953-3E0436AEA93E}" type="pres">
      <dgm:prSet presAssocID="{9ECD2770-1B42-4FC5-AEE3-08C254FA999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08CD11-B6AE-6945-8F51-9B1E34B18DAA}" type="pres">
      <dgm:prSet presAssocID="{9ECD2770-1B42-4FC5-AEE3-08C254FA9999}" presName="negativeSpace" presStyleCnt="0"/>
      <dgm:spPr/>
    </dgm:pt>
    <dgm:pt modelId="{1A4F1780-3D12-764E-B262-147C8455257D}" type="pres">
      <dgm:prSet presAssocID="{9ECD2770-1B42-4FC5-AEE3-08C254FA9999}" presName="childText" presStyleLbl="conFgAcc1" presStyleIdx="1" presStyleCnt="3">
        <dgm:presLayoutVars>
          <dgm:bulletEnabled val="1"/>
        </dgm:presLayoutVars>
      </dgm:prSet>
      <dgm:spPr/>
    </dgm:pt>
    <dgm:pt modelId="{ECFF5995-FCD6-3947-9C3E-1F6281E28D3B}" type="pres">
      <dgm:prSet presAssocID="{27D157B4-A392-4C93-8D1A-E9D3E4273C6F}" presName="spaceBetweenRectangles" presStyleCnt="0"/>
      <dgm:spPr/>
    </dgm:pt>
    <dgm:pt modelId="{8CAA19E6-11C6-2D43-B036-B1D1E18567B0}" type="pres">
      <dgm:prSet presAssocID="{D942C675-CABB-44EE-97A3-4A28B69F1006}" presName="parentLin" presStyleCnt="0"/>
      <dgm:spPr/>
    </dgm:pt>
    <dgm:pt modelId="{7AECBC35-A3DB-DC45-AEDA-2F9E22246BE1}" type="pres">
      <dgm:prSet presAssocID="{D942C675-CABB-44EE-97A3-4A28B69F1006}" presName="parentLeftMargin" presStyleLbl="node1" presStyleIdx="1" presStyleCnt="3"/>
      <dgm:spPr/>
    </dgm:pt>
    <dgm:pt modelId="{57AFB18E-3BA2-1B46-858A-5ABDC9A82EAE}" type="pres">
      <dgm:prSet presAssocID="{D942C675-CABB-44EE-97A3-4A28B69F100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23BA127-E168-174C-AA71-C256B36ED5C3}" type="pres">
      <dgm:prSet presAssocID="{D942C675-CABB-44EE-97A3-4A28B69F1006}" presName="negativeSpace" presStyleCnt="0"/>
      <dgm:spPr/>
    </dgm:pt>
    <dgm:pt modelId="{EB2D1D02-A931-9641-8509-9EB588E4918B}" type="pres">
      <dgm:prSet presAssocID="{D942C675-CABB-44EE-97A3-4A28B69F100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59C50F-4745-FD47-AE1B-0847005E387A}" type="presOf" srcId="{A6569C39-3426-4201-9515-34967AFE0367}" destId="{320413F6-A0FB-B24D-9FF4-42AC29631925}" srcOrd="0" destOrd="0" presId="urn:microsoft.com/office/officeart/2005/8/layout/list1"/>
    <dgm:cxn modelId="{D7941531-859E-2B4E-9806-0F75450F4035}" type="presOf" srcId="{A6569C39-3426-4201-9515-34967AFE0367}" destId="{AFB752F9-397A-EE4E-9DA1-4417A84C7C66}" srcOrd="1" destOrd="0" presId="urn:microsoft.com/office/officeart/2005/8/layout/list1"/>
    <dgm:cxn modelId="{AE027A53-2A84-C940-8F14-8092507D9ACA}" type="presOf" srcId="{9ECD2770-1B42-4FC5-AEE3-08C254FA9999}" destId="{A2F9E970-E19E-DE44-9953-3E0436AEA93E}" srcOrd="1" destOrd="0" presId="urn:microsoft.com/office/officeart/2005/8/layout/list1"/>
    <dgm:cxn modelId="{18B30154-EDB9-4459-9387-EC174BB87E07}" srcId="{B82C618C-3434-4D60-BC1B-17AA67FE77D1}" destId="{D942C675-CABB-44EE-97A3-4A28B69F1006}" srcOrd="2" destOrd="0" parTransId="{44C34746-6C8A-44E4-A2B8-B9F0D4366E9C}" sibTransId="{F7B7997F-1A86-4840-9F0B-24C2AC324F88}"/>
    <dgm:cxn modelId="{88238F59-DAB2-4EEC-8B8F-9D4055FFCB55}" srcId="{B82C618C-3434-4D60-BC1B-17AA67FE77D1}" destId="{9ECD2770-1B42-4FC5-AEE3-08C254FA9999}" srcOrd="1" destOrd="0" parTransId="{EE5888C2-57A7-429A-A378-78FFD68B440F}" sibTransId="{27D157B4-A392-4C93-8D1A-E9D3E4273C6F}"/>
    <dgm:cxn modelId="{07047B5A-A2C9-EA48-9B78-5A65E321F51F}" type="presOf" srcId="{9ECD2770-1B42-4FC5-AEE3-08C254FA9999}" destId="{83735115-0197-694D-A3A9-6DFDE077D4C1}" srcOrd="0" destOrd="0" presId="urn:microsoft.com/office/officeart/2005/8/layout/list1"/>
    <dgm:cxn modelId="{1F287975-3067-924A-9696-0A80BEB40CD8}" type="presOf" srcId="{D942C675-CABB-44EE-97A3-4A28B69F1006}" destId="{57AFB18E-3BA2-1B46-858A-5ABDC9A82EAE}" srcOrd="1" destOrd="0" presId="urn:microsoft.com/office/officeart/2005/8/layout/list1"/>
    <dgm:cxn modelId="{9CC18CC8-CA55-49DD-8010-D6D94F990125}" srcId="{B82C618C-3434-4D60-BC1B-17AA67FE77D1}" destId="{A6569C39-3426-4201-9515-34967AFE0367}" srcOrd="0" destOrd="0" parTransId="{5DCE4144-3DD3-47EB-9B3E-10A1177D1867}" sibTransId="{B289B34B-2575-42E7-A509-D1317D2C6203}"/>
    <dgm:cxn modelId="{317041D8-1B81-8247-8E7D-92801998CFEB}" type="presOf" srcId="{D942C675-CABB-44EE-97A3-4A28B69F1006}" destId="{7AECBC35-A3DB-DC45-AEDA-2F9E22246BE1}" srcOrd="0" destOrd="0" presId="urn:microsoft.com/office/officeart/2005/8/layout/list1"/>
    <dgm:cxn modelId="{53C216EB-7F7B-0A4F-8598-79AB41EACB21}" type="presOf" srcId="{B82C618C-3434-4D60-BC1B-17AA67FE77D1}" destId="{501C96CA-8459-614F-B701-89D3223887ED}" srcOrd="0" destOrd="0" presId="urn:microsoft.com/office/officeart/2005/8/layout/list1"/>
    <dgm:cxn modelId="{DFAE532D-26CB-6944-94B1-FDA7755F1427}" type="presParOf" srcId="{501C96CA-8459-614F-B701-89D3223887ED}" destId="{1E7257FE-113F-BE40-BC77-A644484573FB}" srcOrd="0" destOrd="0" presId="urn:microsoft.com/office/officeart/2005/8/layout/list1"/>
    <dgm:cxn modelId="{DAE8BEE3-82CB-2F4A-961E-27B301B2C55C}" type="presParOf" srcId="{1E7257FE-113F-BE40-BC77-A644484573FB}" destId="{320413F6-A0FB-B24D-9FF4-42AC29631925}" srcOrd="0" destOrd="0" presId="urn:microsoft.com/office/officeart/2005/8/layout/list1"/>
    <dgm:cxn modelId="{59BB7472-5D71-DD44-9BA9-42C3CEF1E7C9}" type="presParOf" srcId="{1E7257FE-113F-BE40-BC77-A644484573FB}" destId="{AFB752F9-397A-EE4E-9DA1-4417A84C7C66}" srcOrd="1" destOrd="0" presId="urn:microsoft.com/office/officeart/2005/8/layout/list1"/>
    <dgm:cxn modelId="{BDF0B00F-7B15-404C-8EAA-A64758DCB4CA}" type="presParOf" srcId="{501C96CA-8459-614F-B701-89D3223887ED}" destId="{8D029F99-B062-8840-B24A-82F9B80E5E49}" srcOrd="1" destOrd="0" presId="urn:microsoft.com/office/officeart/2005/8/layout/list1"/>
    <dgm:cxn modelId="{A2E7FD45-B76E-9146-9825-5D78B24DC74C}" type="presParOf" srcId="{501C96CA-8459-614F-B701-89D3223887ED}" destId="{87633F42-7569-D54C-992A-356036D0D1AE}" srcOrd="2" destOrd="0" presId="urn:microsoft.com/office/officeart/2005/8/layout/list1"/>
    <dgm:cxn modelId="{F077629F-CAC1-3A4C-BC83-844ABE2243D9}" type="presParOf" srcId="{501C96CA-8459-614F-B701-89D3223887ED}" destId="{F1C5C270-2247-1C40-A983-AFEA0974EFD4}" srcOrd="3" destOrd="0" presId="urn:microsoft.com/office/officeart/2005/8/layout/list1"/>
    <dgm:cxn modelId="{2FDE191B-380C-C74D-B4F3-77EC9C1F9F4A}" type="presParOf" srcId="{501C96CA-8459-614F-B701-89D3223887ED}" destId="{A80892A8-046D-A642-8C4C-4F0995B3ECDC}" srcOrd="4" destOrd="0" presId="urn:microsoft.com/office/officeart/2005/8/layout/list1"/>
    <dgm:cxn modelId="{653BE845-5B6D-2F4B-9119-4E59F77F3C95}" type="presParOf" srcId="{A80892A8-046D-A642-8C4C-4F0995B3ECDC}" destId="{83735115-0197-694D-A3A9-6DFDE077D4C1}" srcOrd="0" destOrd="0" presId="urn:microsoft.com/office/officeart/2005/8/layout/list1"/>
    <dgm:cxn modelId="{91283DF4-1F66-EA4B-A253-AFBCA65139C1}" type="presParOf" srcId="{A80892A8-046D-A642-8C4C-4F0995B3ECDC}" destId="{A2F9E970-E19E-DE44-9953-3E0436AEA93E}" srcOrd="1" destOrd="0" presId="urn:microsoft.com/office/officeart/2005/8/layout/list1"/>
    <dgm:cxn modelId="{ECF03681-2E99-8343-86B8-96E473444AE2}" type="presParOf" srcId="{501C96CA-8459-614F-B701-89D3223887ED}" destId="{5008CD11-B6AE-6945-8F51-9B1E34B18DAA}" srcOrd="5" destOrd="0" presId="urn:microsoft.com/office/officeart/2005/8/layout/list1"/>
    <dgm:cxn modelId="{4F44848E-C1AE-D74D-AEDB-9892F0EE4F48}" type="presParOf" srcId="{501C96CA-8459-614F-B701-89D3223887ED}" destId="{1A4F1780-3D12-764E-B262-147C8455257D}" srcOrd="6" destOrd="0" presId="urn:microsoft.com/office/officeart/2005/8/layout/list1"/>
    <dgm:cxn modelId="{1C05D572-6FC4-BF4B-A13F-70B617C407E8}" type="presParOf" srcId="{501C96CA-8459-614F-B701-89D3223887ED}" destId="{ECFF5995-FCD6-3947-9C3E-1F6281E28D3B}" srcOrd="7" destOrd="0" presId="urn:microsoft.com/office/officeart/2005/8/layout/list1"/>
    <dgm:cxn modelId="{7FC00DB3-E677-BA45-AF71-F6DF7D3F44EE}" type="presParOf" srcId="{501C96CA-8459-614F-B701-89D3223887ED}" destId="{8CAA19E6-11C6-2D43-B036-B1D1E18567B0}" srcOrd="8" destOrd="0" presId="urn:microsoft.com/office/officeart/2005/8/layout/list1"/>
    <dgm:cxn modelId="{281C8497-F961-B047-B898-B3D5D5FBC082}" type="presParOf" srcId="{8CAA19E6-11C6-2D43-B036-B1D1E18567B0}" destId="{7AECBC35-A3DB-DC45-AEDA-2F9E22246BE1}" srcOrd="0" destOrd="0" presId="urn:microsoft.com/office/officeart/2005/8/layout/list1"/>
    <dgm:cxn modelId="{25DAB5DF-F1AC-CA41-8D27-D7AD4B7FB176}" type="presParOf" srcId="{8CAA19E6-11C6-2D43-B036-B1D1E18567B0}" destId="{57AFB18E-3BA2-1B46-858A-5ABDC9A82EAE}" srcOrd="1" destOrd="0" presId="urn:microsoft.com/office/officeart/2005/8/layout/list1"/>
    <dgm:cxn modelId="{E7356FFF-7AD5-374F-9228-8C35F084702C}" type="presParOf" srcId="{501C96CA-8459-614F-B701-89D3223887ED}" destId="{B23BA127-E168-174C-AA71-C256B36ED5C3}" srcOrd="9" destOrd="0" presId="urn:microsoft.com/office/officeart/2005/8/layout/list1"/>
    <dgm:cxn modelId="{E2320B8E-BB2B-9946-9192-545A2FB97E08}" type="presParOf" srcId="{501C96CA-8459-614F-B701-89D3223887ED}" destId="{EB2D1D02-A931-9641-8509-9EB588E4918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C59F6C-C25E-4E76-9D06-161438DF1A9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281BE2C-4EC1-44A9-8FAB-A68589AE1C10}">
      <dgm:prSet/>
      <dgm:spPr/>
      <dgm:t>
        <a:bodyPr/>
        <a:lstStyle/>
        <a:p>
          <a:r>
            <a:rPr lang="en-GB"/>
            <a:t>npm init playwright@latest</a:t>
          </a:r>
          <a:endParaRPr lang="en-US"/>
        </a:p>
      </dgm:t>
    </dgm:pt>
    <dgm:pt modelId="{38A7194A-E302-4C21-ADDF-94EAA2F79A0D}" type="parTrans" cxnId="{5CCB2BD4-36DA-41A8-9740-2A23ED030C68}">
      <dgm:prSet/>
      <dgm:spPr/>
      <dgm:t>
        <a:bodyPr/>
        <a:lstStyle/>
        <a:p>
          <a:endParaRPr lang="en-US"/>
        </a:p>
      </dgm:t>
    </dgm:pt>
    <dgm:pt modelId="{E16F82B5-DDE6-4851-9A82-76F13E865500}" type="sibTrans" cxnId="{5CCB2BD4-36DA-41A8-9740-2A23ED030C68}">
      <dgm:prSet/>
      <dgm:spPr/>
      <dgm:t>
        <a:bodyPr/>
        <a:lstStyle/>
        <a:p>
          <a:endParaRPr lang="en-US"/>
        </a:p>
      </dgm:t>
    </dgm:pt>
    <dgm:pt modelId="{7C4086EB-2706-413E-BD39-3A168DA278E4}">
      <dgm:prSet/>
      <dgm:spPr/>
      <dgm:t>
        <a:bodyPr/>
        <a:lstStyle/>
        <a:p>
          <a:r>
            <a:rPr lang="en-GB"/>
            <a:t>npx playwright test</a:t>
          </a:r>
          <a:endParaRPr lang="en-US"/>
        </a:p>
      </dgm:t>
    </dgm:pt>
    <dgm:pt modelId="{FD8844C0-D71B-4961-8923-6C169B7D1770}" type="parTrans" cxnId="{5229A0FB-DE70-4950-84B6-401A74EDAD1B}">
      <dgm:prSet/>
      <dgm:spPr/>
      <dgm:t>
        <a:bodyPr/>
        <a:lstStyle/>
        <a:p>
          <a:endParaRPr lang="en-US"/>
        </a:p>
      </dgm:t>
    </dgm:pt>
    <dgm:pt modelId="{573E5E73-27DE-4D1B-B66D-6AAB3FF4FF2A}" type="sibTrans" cxnId="{5229A0FB-DE70-4950-84B6-401A74EDAD1B}">
      <dgm:prSet/>
      <dgm:spPr/>
      <dgm:t>
        <a:bodyPr/>
        <a:lstStyle/>
        <a:p>
          <a:endParaRPr lang="en-US"/>
        </a:p>
      </dgm:t>
    </dgm:pt>
    <dgm:pt modelId="{AC61667C-80E9-4C94-B7CA-3A94FB3A1689}">
      <dgm:prSet/>
      <dgm:spPr/>
      <dgm:t>
        <a:bodyPr/>
        <a:lstStyle/>
        <a:p>
          <a:r>
            <a:rPr lang="en-GB"/>
            <a:t>npx playwright show-report</a:t>
          </a:r>
          <a:endParaRPr lang="en-US"/>
        </a:p>
      </dgm:t>
    </dgm:pt>
    <dgm:pt modelId="{BF68C6F4-0FF9-4FB7-9B44-E86D606CF965}" type="parTrans" cxnId="{94EE0F13-FCE0-4F04-B979-EBDA4A671500}">
      <dgm:prSet/>
      <dgm:spPr/>
      <dgm:t>
        <a:bodyPr/>
        <a:lstStyle/>
        <a:p>
          <a:endParaRPr lang="en-US"/>
        </a:p>
      </dgm:t>
    </dgm:pt>
    <dgm:pt modelId="{B56D4495-CF53-44A8-BE90-225851CB6C6C}" type="sibTrans" cxnId="{94EE0F13-FCE0-4F04-B979-EBDA4A671500}">
      <dgm:prSet/>
      <dgm:spPr/>
      <dgm:t>
        <a:bodyPr/>
        <a:lstStyle/>
        <a:p>
          <a:endParaRPr lang="en-US"/>
        </a:p>
      </dgm:t>
    </dgm:pt>
    <dgm:pt modelId="{9DD74411-AED6-4C85-9156-C14BC311A7F3}">
      <dgm:prSet/>
      <dgm:spPr/>
      <dgm:t>
        <a:bodyPr/>
        <a:lstStyle/>
        <a:p>
          <a:r>
            <a:rPr lang="en-GB"/>
            <a:t>npx playwright test --project chromium</a:t>
          </a:r>
          <a:endParaRPr lang="en-US"/>
        </a:p>
      </dgm:t>
    </dgm:pt>
    <dgm:pt modelId="{F1F01F2C-F092-4740-8A44-718558F3E9A0}" type="parTrans" cxnId="{9A63B2F5-1651-41D6-908A-2E24CBC90ECE}">
      <dgm:prSet/>
      <dgm:spPr/>
      <dgm:t>
        <a:bodyPr/>
        <a:lstStyle/>
        <a:p>
          <a:endParaRPr lang="en-US"/>
        </a:p>
      </dgm:t>
    </dgm:pt>
    <dgm:pt modelId="{D867C26A-CCA8-486F-89FC-0B1A6EE0A443}" type="sibTrans" cxnId="{9A63B2F5-1651-41D6-908A-2E24CBC90ECE}">
      <dgm:prSet/>
      <dgm:spPr/>
      <dgm:t>
        <a:bodyPr/>
        <a:lstStyle/>
        <a:p>
          <a:endParaRPr lang="en-US"/>
        </a:p>
      </dgm:t>
    </dgm:pt>
    <dgm:pt modelId="{AB243207-47D8-489E-AD92-7444E6F3CFBF}">
      <dgm:prSet/>
      <dgm:spPr/>
      <dgm:t>
        <a:bodyPr/>
        <a:lstStyle/>
        <a:p>
          <a:r>
            <a:rPr lang="en-GB"/>
            <a:t>report</a:t>
          </a:r>
          <a:endParaRPr lang="en-US"/>
        </a:p>
      </dgm:t>
    </dgm:pt>
    <dgm:pt modelId="{193A0CA6-A541-43E6-948C-28EEACE46B21}" type="parTrans" cxnId="{6B6655B1-D37C-43D7-9002-8BFE2AE75A37}">
      <dgm:prSet/>
      <dgm:spPr/>
      <dgm:t>
        <a:bodyPr/>
        <a:lstStyle/>
        <a:p>
          <a:endParaRPr lang="en-US"/>
        </a:p>
      </dgm:t>
    </dgm:pt>
    <dgm:pt modelId="{95F4D45E-5F2B-4DAB-BA17-821851237870}" type="sibTrans" cxnId="{6B6655B1-D37C-43D7-9002-8BFE2AE75A37}">
      <dgm:prSet/>
      <dgm:spPr/>
      <dgm:t>
        <a:bodyPr/>
        <a:lstStyle/>
        <a:p>
          <a:endParaRPr lang="en-US"/>
        </a:p>
      </dgm:t>
    </dgm:pt>
    <dgm:pt modelId="{6EBC03D8-5A6A-49EE-A6ED-C7AC2AE7700D}">
      <dgm:prSet/>
      <dgm:spPr/>
      <dgm:t>
        <a:bodyPr/>
        <a:lstStyle/>
        <a:p>
          <a:r>
            <a:rPr lang="en-GB"/>
            <a:t>npx playwright test --reporter=line/list/dot/html</a:t>
          </a:r>
          <a:endParaRPr lang="en-US"/>
        </a:p>
      </dgm:t>
    </dgm:pt>
    <dgm:pt modelId="{69C5E99D-DC6E-4473-AF4D-8489BC28E17C}" type="parTrans" cxnId="{7AB35584-4C5A-4B11-BA4A-0E25A3C67750}">
      <dgm:prSet/>
      <dgm:spPr/>
      <dgm:t>
        <a:bodyPr/>
        <a:lstStyle/>
        <a:p>
          <a:endParaRPr lang="en-US"/>
        </a:p>
      </dgm:t>
    </dgm:pt>
    <dgm:pt modelId="{4C79163D-F609-4A1D-B7B1-ACFF4D6C971D}" type="sibTrans" cxnId="{7AB35584-4C5A-4B11-BA4A-0E25A3C67750}">
      <dgm:prSet/>
      <dgm:spPr/>
      <dgm:t>
        <a:bodyPr/>
        <a:lstStyle/>
        <a:p>
          <a:endParaRPr lang="en-US"/>
        </a:p>
      </dgm:t>
    </dgm:pt>
    <dgm:pt modelId="{18AF5A7A-D039-453B-B215-7090D2EADB07}">
      <dgm:prSet/>
      <dgm:spPr/>
      <dgm:t>
        <a:bodyPr/>
        <a:lstStyle/>
        <a:p>
          <a:r>
            <a:rPr lang="en-GB"/>
            <a:t>trace</a:t>
          </a:r>
          <a:endParaRPr lang="en-US"/>
        </a:p>
      </dgm:t>
    </dgm:pt>
    <dgm:pt modelId="{36F907A7-85E8-4F83-BC34-CE3F03F920D2}" type="parTrans" cxnId="{D3ADDF99-FFF6-44FA-8187-035A5C88A984}">
      <dgm:prSet/>
      <dgm:spPr/>
      <dgm:t>
        <a:bodyPr/>
        <a:lstStyle/>
        <a:p>
          <a:endParaRPr lang="en-US"/>
        </a:p>
      </dgm:t>
    </dgm:pt>
    <dgm:pt modelId="{697CB433-EDFD-4D70-BCE3-804895F5DC66}" type="sibTrans" cxnId="{D3ADDF99-FFF6-44FA-8187-035A5C88A984}">
      <dgm:prSet/>
      <dgm:spPr/>
      <dgm:t>
        <a:bodyPr/>
        <a:lstStyle/>
        <a:p>
          <a:endParaRPr lang="en-US"/>
        </a:p>
      </dgm:t>
    </dgm:pt>
    <dgm:pt modelId="{65EF2593-11E0-4C7F-8AAD-F6835980425B}">
      <dgm:prSet/>
      <dgm:spPr/>
      <dgm:t>
        <a:bodyPr/>
        <a:lstStyle/>
        <a:p>
          <a:r>
            <a:rPr lang="en-GB"/>
            <a:t>npx playwright test --trace on</a:t>
          </a:r>
          <a:endParaRPr lang="en-US"/>
        </a:p>
      </dgm:t>
    </dgm:pt>
    <dgm:pt modelId="{B8C8ABFE-69DE-4363-93C3-2777B9B62B93}" type="parTrans" cxnId="{3A0905FB-2907-4C17-884F-09CC47F664DC}">
      <dgm:prSet/>
      <dgm:spPr/>
      <dgm:t>
        <a:bodyPr/>
        <a:lstStyle/>
        <a:p>
          <a:endParaRPr lang="en-US"/>
        </a:p>
      </dgm:t>
    </dgm:pt>
    <dgm:pt modelId="{57A26994-25D4-4BFB-A8D1-094521CED549}" type="sibTrans" cxnId="{3A0905FB-2907-4C17-884F-09CC47F664DC}">
      <dgm:prSet/>
      <dgm:spPr/>
      <dgm:t>
        <a:bodyPr/>
        <a:lstStyle/>
        <a:p>
          <a:endParaRPr lang="en-US"/>
        </a:p>
      </dgm:t>
    </dgm:pt>
    <dgm:pt modelId="{806B610D-FE76-B542-89F3-334411CAC3D3}" type="pres">
      <dgm:prSet presAssocID="{C7C59F6C-C25E-4E76-9D06-161438DF1A9E}" presName="linear" presStyleCnt="0">
        <dgm:presLayoutVars>
          <dgm:animLvl val="lvl"/>
          <dgm:resizeHandles val="exact"/>
        </dgm:presLayoutVars>
      </dgm:prSet>
      <dgm:spPr/>
    </dgm:pt>
    <dgm:pt modelId="{2E20B6F7-7ADF-964B-BA78-A95D3AE87B6D}" type="pres">
      <dgm:prSet presAssocID="{4281BE2C-4EC1-44A9-8FAB-A68589AE1C1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91CC29C-1B46-4848-BD4E-4988E7068255}" type="pres">
      <dgm:prSet presAssocID="{E16F82B5-DDE6-4851-9A82-76F13E865500}" presName="spacer" presStyleCnt="0"/>
      <dgm:spPr/>
    </dgm:pt>
    <dgm:pt modelId="{20C95EE1-18A0-FA4B-97D9-F03B01AB0AF6}" type="pres">
      <dgm:prSet presAssocID="{7C4086EB-2706-413E-BD39-3A168DA278E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EE9B407-4200-7441-914F-E111332DE705}" type="pres">
      <dgm:prSet presAssocID="{573E5E73-27DE-4D1B-B66D-6AAB3FF4FF2A}" presName="spacer" presStyleCnt="0"/>
      <dgm:spPr/>
    </dgm:pt>
    <dgm:pt modelId="{CDD03985-B1FF-8B4E-B7C4-458C0EC1A995}" type="pres">
      <dgm:prSet presAssocID="{AC61667C-80E9-4C94-B7CA-3A94FB3A16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85339F5-BE83-8942-A055-F539D2B877A7}" type="pres">
      <dgm:prSet presAssocID="{B56D4495-CF53-44A8-BE90-225851CB6C6C}" presName="spacer" presStyleCnt="0"/>
      <dgm:spPr/>
    </dgm:pt>
    <dgm:pt modelId="{68858A5D-5E83-E644-B0B9-6807927A225E}" type="pres">
      <dgm:prSet presAssocID="{9DD74411-AED6-4C85-9156-C14BC311A7F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02C4E16-2022-8B47-97DD-FC769C73C970}" type="pres">
      <dgm:prSet presAssocID="{D867C26A-CCA8-486F-89FC-0B1A6EE0A443}" presName="spacer" presStyleCnt="0"/>
      <dgm:spPr/>
    </dgm:pt>
    <dgm:pt modelId="{1FD6F684-CBB5-4F40-ADAE-90CAB1AD7B7C}" type="pres">
      <dgm:prSet presAssocID="{AB243207-47D8-489E-AD92-7444E6F3CFB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429F3E6-8F29-0A44-A934-2A51B04E81C6}" type="pres">
      <dgm:prSet presAssocID="{AB243207-47D8-489E-AD92-7444E6F3CFBF}" presName="childText" presStyleLbl="revTx" presStyleIdx="0" presStyleCnt="2">
        <dgm:presLayoutVars>
          <dgm:bulletEnabled val="1"/>
        </dgm:presLayoutVars>
      </dgm:prSet>
      <dgm:spPr/>
    </dgm:pt>
    <dgm:pt modelId="{53721FC3-75B8-7E4D-9510-A2FAFA06D041}" type="pres">
      <dgm:prSet presAssocID="{18AF5A7A-D039-453B-B215-7090D2EADB0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9C8BFAE-1509-1E4E-A5FD-EDA6233FA53C}" type="pres">
      <dgm:prSet presAssocID="{18AF5A7A-D039-453B-B215-7090D2EADB0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A51A801-430D-794A-B7FE-5960DF64849E}" type="presOf" srcId="{C7C59F6C-C25E-4E76-9D06-161438DF1A9E}" destId="{806B610D-FE76-B542-89F3-334411CAC3D3}" srcOrd="0" destOrd="0" presId="urn:microsoft.com/office/officeart/2005/8/layout/vList2"/>
    <dgm:cxn modelId="{A9759309-734B-F044-A9DE-FFEFA534E6B0}" type="presOf" srcId="{7C4086EB-2706-413E-BD39-3A168DA278E4}" destId="{20C95EE1-18A0-FA4B-97D9-F03B01AB0AF6}" srcOrd="0" destOrd="0" presId="urn:microsoft.com/office/officeart/2005/8/layout/vList2"/>
    <dgm:cxn modelId="{5F5AFA0A-F0C0-724D-A6A5-25B40FA4C6B4}" type="presOf" srcId="{4281BE2C-4EC1-44A9-8FAB-A68589AE1C10}" destId="{2E20B6F7-7ADF-964B-BA78-A95D3AE87B6D}" srcOrd="0" destOrd="0" presId="urn:microsoft.com/office/officeart/2005/8/layout/vList2"/>
    <dgm:cxn modelId="{967CEF0E-24F5-2E4E-8244-704C2DC553EC}" type="presOf" srcId="{65EF2593-11E0-4C7F-8AAD-F6835980425B}" destId="{B9C8BFAE-1509-1E4E-A5FD-EDA6233FA53C}" srcOrd="0" destOrd="0" presId="urn:microsoft.com/office/officeart/2005/8/layout/vList2"/>
    <dgm:cxn modelId="{94EE0F13-FCE0-4F04-B979-EBDA4A671500}" srcId="{C7C59F6C-C25E-4E76-9D06-161438DF1A9E}" destId="{AC61667C-80E9-4C94-B7CA-3A94FB3A1689}" srcOrd="2" destOrd="0" parTransId="{BF68C6F4-0FF9-4FB7-9B44-E86D606CF965}" sibTransId="{B56D4495-CF53-44A8-BE90-225851CB6C6C}"/>
    <dgm:cxn modelId="{AEAE1D21-75F2-4C47-8917-F7A5E4C3E0B7}" type="presOf" srcId="{9DD74411-AED6-4C85-9156-C14BC311A7F3}" destId="{68858A5D-5E83-E644-B0B9-6807927A225E}" srcOrd="0" destOrd="0" presId="urn:microsoft.com/office/officeart/2005/8/layout/vList2"/>
    <dgm:cxn modelId="{792ADE4E-C656-114C-8BB0-AC2C2D9EB725}" type="presOf" srcId="{18AF5A7A-D039-453B-B215-7090D2EADB07}" destId="{53721FC3-75B8-7E4D-9510-A2FAFA06D041}" srcOrd="0" destOrd="0" presId="urn:microsoft.com/office/officeart/2005/8/layout/vList2"/>
    <dgm:cxn modelId="{4AEAD072-1DE6-D841-A34A-87681254ED75}" type="presOf" srcId="{AB243207-47D8-489E-AD92-7444E6F3CFBF}" destId="{1FD6F684-CBB5-4F40-ADAE-90CAB1AD7B7C}" srcOrd="0" destOrd="0" presId="urn:microsoft.com/office/officeart/2005/8/layout/vList2"/>
    <dgm:cxn modelId="{7AB35584-4C5A-4B11-BA4A-0E25A3C67750}" srcId="{AB243207-47D8-489E-AD92-7444E6F3CFBF}" destId="{6EBC03D8-5A6A-49EE-A6ED-C7AC2AE7700D}" srcOrd="0" destOrd="0" parTransId="{69C5E99D-DC6E-4473-AF4D-8489BC28E17C}" sibTransId="{4C79163D-F609-4A1D-B7B1-ACFF4D6C971D}"/>
    <dgm:cxn modelId="{D3ADDF99-FFF6-44FA-8187-035A5C88A984}" srcId="{C7C59F6C-C25E-4E76-9D06-161438DF1A9E}" destId="{18AF5A7A-D039-453B-B215-7090D2EADB07}" srcOrd="5" destOrd="0" parTransId="{36F907A7-85E8-4F83-BC34-CE3F03F920D2}" sibTransId="{697CB433-EDFD-4D70-BCE3-804895F5DC66}"/>
    <dgm:cxn modelId="{6B6655B1-D37C-43D7-9002-8BFE2AE75A37}" srcId="{C7C59F6C-C25E-4E76-9D06-161438DF1A9E}" destId="{AB243207-47D8-489E-AD92-7444E6F3CFBF}" srcOrd="4" destOrd="0" parTransId="{193A0CA6-A541-43E6-948C-28EEACE46B21}" sibTransId="{95F4D45E-5F2B-4DAB-BA17-821851237870}"/>
    <dgm:cxn modelId="{5CCB2BD4-36DA-41A8-9740-2A23ED030C68}" srcId="{C7C59F6C-C25E-4E76-9D06-161438DF1A9E}" destId="{4281BE2C-4EC1-44A9-8FAB-A68589AE1C10}" srcOrd="0" destOrd="0" parTransId="{38A7194A-E302-4C21-ADDF-94EAA2F79A0D}" sibTransId="{E16F82B5-DDE6-4851-9A82-76F13E865500}"/>
    <dgm:cxn modelId="{F3CB03E8-69BE-F84A-82A2-1FAE67331FB4}" type="presOf" srcId="{AC61667C-80E9-4C94-B7CA-3A94FB3A1689}" destId="{CDD03985-B1FF-8B4E-B7C4-458C0EC1A995}" srcOrd="0" destOrd="0" presId="urn:microsoft.com/office/officeart/2005/8/layout/vList2"/>
    <dgm:cxn modelId="{AFBEABED-412C-8144-8579-21399C85B3A9}" type="presOf" srcId="{6EBC03D8-5A6A-49EE-A6ED-C7AC2AE7700D}" destId="{4429F3E6-8F29-0A44-A934-2A51B04E81C6}" srcOrd="0" destOrd="0" presId="urn:microsoft.com/office/officeart/2005/8/layout/vList2"/>
    <dgm:cxn modelId="{9A63B2F5-1651-41D6-908A-2E24CBC90ECE}" srcId="{C7C59F6C-C25E-4E76-9D06-161438DF1A9E}" destId="{9DD74411-AED6-4C85-9156-C14BC311A7F3}" srcOrd="3" destOrd="0" parTransId="{F1F01F2C-F092-4740-8A44-718558F3E9A0}" sibTransId="{D867C26A-CCA8-486F-89FC-0B1A6EE0A443}"/>
    <dgm:cxn modelId="{3A0905FB-2907-4C17-884F-09CC47F664DC}" srcId="{18AF5A7A-D039-453B-B215-7090D2EADB07}" destId="{65EF2593-11E0-4C7F-8AAD-F6835980425B}" srcOrd="0" destOrd="0" parTransId="{B8C8ABFE-69DE-4363-93C3-2777B9B62B93}" sibTransId="{57A26994-25D4-4BFB-A8D1-094521CED549}"/>
    <dgm:cxn modelId="{5229A0FB-DE70-4950-84B6-401A74EDAD1B}" srcId="{C7C59F6C-C25E-4E76-9D06-161438DF1A9E}" destId="{7C4086EB-2706-413E-BD39-3A168DA278E4}" srcOrd="1" destOrd="0" parTransId="{FD8844C0-D71B-4961-8923-6C169B7D1770}" sibTransId="{573E5E73-27DE-4D1B-B66D-6AAB3FF4FF2A}"/>
    <dgm:cxn modelId="{C0A12E34-19D7-634B-B8A2-5F087FB72257}" type="presParOf" srcId="{806B610D-FE76-B542-89F3-334411CAC3D3}" destId="{2E20B6F7-7ADF-964B-BA78-A95D3AE87B6D}" srcOrd="0" destOrd="0" presId="urn:microsoft.com/office/officeart/2005/8/layout/vList2"/>
    <dgm:cxn modelId="{3E9FBCE3-16AF-B142-8F65-6F2A46F5AC93}" type="presParOf" srcId="{806B610D-FE76-B542-89F3-334411CAC3D3}" destId="{891CC29C-1B46-4848-BD4E-4988E7068255}" srcOrd="1" destOrd="0" presId="urn:microsoft.com/office/officeart/2005/8/layout/vList2"/>
    <dgm:cxn modelId="{903B5062-00E9-FF44-B0FE-8F728B668168}" type="presParOf" srcId="{806B610D-FE76-B542-89F3-334411CAC3D3}" destId="{20C95EE1-18A0-FA4B-97D9-F03B01AB0AF6}" srcOrd="2" destOrd="0" presId="urn:microsoft.com/office/officeart/2005/8/layout/vList2"/>
    <dgm:cxn modelId="{343E9E69-2E72-2241-852E-6A84A27589F0}" type="presParOf" srcId="{806B610D-FE76-B542-89F3-334411CAC3D3}" destId="{9EE9B407-4200-7441-914F-E111332DE705}" srcOrd="3" destOrd="0" presId="urn:microsoft.com/office/officeart/2005/8/layout/vList2"/>
    <dgm:cxn modelId="{39D29DF6-8C06-D148-82E4-F5AD7B89F58C}" type="presParOf" srcId="{806B610D-FE76-B542-89F3-334411CAC3D3}" destId="{CDD03985-B1FF-8B4E-B7C4-458C0EC1A995}" srcOrd="4" destOrd="0" presId="urn:microsoft.com/office/officeart/2005/8/layout/vList2"/>
    <dgm:cxn modelId="{865DEA2A-DF21-8C49-8898-B6638ADFE3EC}" type="presParOf" srcId="{806B610D-FE76-B542-89F3-334411CAC3D3}" destId="{B85339F5-BE83-8942-A055-F539D2B877A7}" srcOrd="5" destOrd="0" presId="urn:microsoft.com/office/officeart/2005/8/layout/vList2"/>
    <dgm:cxn modelId="{DD7D77C4-9BCB-9640-BEF1-72C273FB6439}" type="presParOf" srcId="{806B610D-FE76-B542-89F3-334411CAC3D3}" destId="{68858A5D-5E83-E644-B0B9-6807927A225E}" srcOrd="6" destOrd="0" presId="urn:microsoft.com/office/officeart/2005/8/layout/vList2"/>
    <dgm:cxn modelId="{0BC35961-8D4C-2F45-9D4E-0FCA87B58522}" type="presParOf" srcId="{806B610D-FE76-B542-89F3-334411CAC3D3}" destId="{A02C4E16-2022-8B47-97DD-FC769C73C970}" srcOrd="7" destOrd="0" presId="urn:microsoft.com/office/officeart/2005/8/layout/vList2"/>
    <dgm:cxn modelId="{D6905B07-58C7-FC48-914E-3ABA604BC7F1}" type="presParOf" srcId="{806B610D-FE76-B542-89F3-334411CAC3D3}" destId="{1FD6F684-CBB5-4F40-ADAE-90CAB1AD7B7C}" srcOrd="8" destOrd="0" presId="urn:microsoft.com/office/officeart/2005/8/layout/vList2"/>
    <dgm:cxn modelId="{DA4FD1C8-812D-8D41-921A-24A8DC30D7CB}" type="presParOf" srcId="{806B610D-FE76-B542-89F3-334411CAC3D3}" destId="{4429F3E6-8F29-0A44-A934-2A51B04E81C6}" srcOrd="9" destOrd="0" presId="urn:microsoft.com/office/officeart/2005/8/layout/vList2"/>
    <dgm:cxn modelId="{43DBE166-05E9-1B42-9434-966D55EC9A2B}" type="presParOf" srcId="{806B610D-FE76-B542-89F3-334411CAC3D3}" destId="{53721FC3-75B8-7E4D-9510-A2FAFA06D041}" srcOrd="10" destOrd="0" presId="urn:microsoft.com/office/officeart/2005/8/layout/vList2"/>
    <dgm:cxn modelId="{1243B545-1A25-ED4F-A7E2-FB605DA4D9C1}" type="presParOf" srcId="{806B610D-FE76-B542-89F3-334411CAC3D3}" destId="{B9C8BFAE-1509-1E4E-A5FD-EDA6233FA53C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921AF2-3D1E-4D34-9657-A00E48B99D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959F37-E521-4AE7-949C-64AC43BBA14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Congratulations! You successfully installed Playwright and ran the example test</a:t>
          </a:r>
          <a:endParaRPr lang="en-US"/>
        </a:p>
      </dgm:t>
    </dgm:pt>
    <dgm:pt modelId="{7D32B54A-39F2-47C7-91C7-A464C8C9A206}" type="parTrans" cxnId="{39672EF2-974A-4692-ABA4-6A48C6DAF9D5}">
      <dgm:prSet/>
      <dgm:spPr/>
      <dgm:t>
        <a:bodyPr/>
        <a:lstStyle/>
        <a:p>
          <a:endParaRPr lang="en-US"/>
        </a:p>
      </dgm:t>
    </dgm:pt>
    <dgm:pt modelId="{AB9D6A63-0E2B-4E69-AE9D-EB526523D1DE}" type="sibTrans" cxnId="{39672EF2-974A-4692-ABA4-6A48C6DAF9D5}">
      <dgm:prSet/>
      <dgm:spPr/>
      <dgm:t>
        <a:bodyPr/>
        <a:lstStyle/>
        <a:p>
          <a:endParaRPr lang="en-US"/>
        </a:p>
      </dgm:t>
    </dgm:pt>
    <dgm:pt modelId="{92CFDFF8-54B1-42D0-A494-24D894B05D64}" type="pres">
      <dgm:prSet presAssocID="{AE921AF2-3D1E-4D34-9657-A00E48B99DDC}" presName="root" presStyleCnt="0">
        <dgm:presLayoutVars>
          <dgm:dir/>
          <dgm:resizeHandles val="exact"/>
        </dgm:presLayoutVars>
      </dgm:prSet>
      <dgm:spPr/>
    </dgm:pt>
    <dgm:pt modelId="{AAE3DBE4-EDBC-4C20-B44A-960B871AF698}" type="pres">
      <dgm:prSet presAssocID="{B4959F37-E521-4AE7-949C-64AC43BBA140}" presName="compNode" presStyleCnt="0"/>
      <dgm:spPr/>
    </dgm:pt>
    <dgm:pt modelId="{213FDE59-4EAE-406C-A88E-2B0BE44B3D89}" type="pres">
      <dgm:prSet presAssocID="{B4959F37-E521-4AE7-949C-64AC43BBA140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0B440031-C929-4670-B116-9A022F5B8DF8}" type="pres">
      <dgm:prSet presAssocID="{B4959F37-E521-4AE7-949C-64AC43BBA140}" presName="spaceRect" presStyleCnt="0"/>
      <dgm:spPr/>
    </dgm:pt>
    <dgm:pt modelId="{53789F37-61EA-4605-852C-1FF6C289522D}" type="pres">
      <dgm:prSet presAssocID="{B4959F37-E521-4AE7-949C-64AC43BBA140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6321AF42-D220-4C86-BD24-09C8B279D519}" type="presOf" srcId="{AE921AF2-3D1E-4D34-9657-A00E48B99DDC}" destId="{92CFDFF8-54B1-42D0-A494-24D894B05D64}" srcOrd="0" destOrd="0" presId="urn:microsoft.com/office/officeart/2018/2/layout/IconLabelList"/>
    <dgm:cxn modelId="{39672EF2-974A-4692-ABA4-6A48C6DAF9D5}" srcId="{AE921AF2-3D1E-4D34-9657-A00E48B99DDC}" destId="{B4959F37-E521-4AE7-949C-64AC43BBA140}" srcOrd="0" destOrd="0" parTransId="{7D32B54A-39F2-47C7-91C7-A464C8C9A206}" sibTransId="{AB9D6A63-0E2B-4E69-AE9D-EB526523D1DE}"/>
    <dgm:cxn modelId="{2B2705F8-1E63-451E-99D7-6384210007FD}" type="presOf" srcId="{B4959F37-E521-4AE7-949C-64AC43BBA140}" destId="{53789F37-61EA-4605-852C-1FF6C289522D}" srcOrd="0" destOrd="0" presId="urn:microsoft.com/office/officeart/2018/2/layout/IconLabelList"/>
    <dgm:cxn modelId="{392CB21B-F2A0-439B-B35C-2286AA986F5E}" type="presParOf" srcId="{92CFDFF8-54B1-42D0-A494-24D894B05D64}" destId="{AAE3DBE4-EDBC-4C20-B44A-960B871AF698}" srcOrd="0" destOrd="0" presId="urn:microsoft.com/office/officeart/2018/2/layout/IconLabelList"/>
    <dgm:cxn modelId="{E6AF6C40-F78F-438E-A9A4-BD8D571FC60A}" type="presParOf" srcId="{AAE3DBE4-EDBC-4C20-B44A-960B871AF698}" destId="{213FDE59-4EAE-406C-A88E-2B0BE44B3D89}" srcOrd="0" destOrd="0" presId="urn:microsoft.com/office/officeart/2018/2/layout/IconLabelList"/>
    <dgm:cxn modelId="{068F4D44-135C-4FA4-BA64-DF1BBF910815}" type="presParOf" srcId="{AAE3DBE4-EDBC-4C20-B44A-960B871AF698}" destId="{0B440031-C929-4670-B116-9A022F5B8DF8}" srcOrd="1" destOrd="0" presId="urn:microsoft.com/office/officeart/2018/2/layout/IconLabelList"/>
    <dgm:cxn modelId="{345F0789-530C-47FC-8FFC-0D4BBA38C028}" type="presParOf" srcId="{AAE3DBE4-EDBC-4C20-B44A-960B871AF698}" destId="{53789F37-61EA-4605-852C-1FF6C28952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8D7328-7BE6-42BC-A019-00AF9890819F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1BB7FA-AB6E-49FA-8169-E065B51639C5}">
      <dgm:prSet/>
      <dgm:spPr/>
      <dgm:t>
        <a:bodyPr/>
        <a:lstStyle/>
        <a:p>
          <a:r>
            <a:rPr lang="en-GB" b="1"/>
            <a:t>1.Arrange </a:t>
          </a:r>
          <a:endParaRPr lang="en-US"/>
        </a:p>
      </dgm:t>
    </dgm:pt>
    <dgm:pt modelId="{E4444AFF-79D0-408D-9AD5-707DD13AC893}" type="parTrans" cxnId="{05266BE6-E8AF-4BA0-9089-14FF4B08A312}">
      <dgm:prSet/>
      <dgm:spPr/>
      <dgm:t>
        <a:bodyPr/>
        <a:lstStyle/>
        <a:p>
          <a:endParaRPr lang="en-US"/>
        </a:p>
      </dgm:t>
    </dgm:pt>
    <dgm:pt modelId="{45507DF3-8919-4CCF-823F-C816959A5432}" type="sibTrans" cxnId="{05266BE6-E8AF-4BA0-9089-14FF4B08A312}">
      <dgm:prSet/>
      <dgm:spPr/>
      <dgm:t>
        <a:bodyPr/>
        <a:lstStyle/>
        <a:p>
          <a:endParaRPr lang="en-US"/>
        </a:p>
      </dgm:t>
    </dgm:pt>
    <dgm:pt modelId="{3F82D7AA-00CB-4A78-905C-30ABC97B6F91}">
      <dgm:prSet/>
      <dgm:spPr/>
      <dgm:t>
        <a:bodyPr/>
        <a:lstStyle/>
        <a:p>
          <a:r>
            <a:rPr lang="en-GB" b="1"/>
            <a:t>2.Act </a:t>
          </a:r>
          <a:endParaRPr lang="en-US"/>
        </a:p>
      </dgm:t>
    </dgm:pt>
    <dgm:pt modelId="{B3144C63-DB40-488D-B4DE-3778FD30364D}" type="parTrans" cxnId="{E38BF9F0-173C-4194-95C7-C9A9B1FEA38A}">
      <dgm:prSet/>
      <dgm:spPr/>
      <dgm:t>
        <a:bodyPr/>
        <a:lstStyle/>
        <a:p>
          <a:endParaRPr lang="en-US"/>
        </a:p>
      </dgm:t>
    </dgm:pt>
    <dgm:pt modelId="{C960ED43-A5AD-401F-A946-E69BF75C69AC}" type="sibTrans" cxnId="{E38BF9F0-173C-4194-95C7-C9A9B1FEA38A}">
      <dgm:prSet/>
      <dgm:spPr/>
      <dgm:t>
        <a:bodyPr/>
        <a:lstStyle/>
        <a:p>
          <a:endParaRPr lang="en-US"/>
        </a:p>
      </dgm:t>
    </dgm:pt>
    <dgm:pt modelId="{B7EB06A5-92F1-42D9-B3D7-BE6F9A0FFA89}">
      <dgm:prSet/>
      <dgm:spPr/>
      <dgm:t>
        <a:bodyPr/>
        <a:lstStyle/>
        <a:p>
          <a:r>
            <a:rPr lang="en-GB" b="1"/>
            <a:t>3.Assert </a:t>
          </a:r>
          <a:endParaRPr lang="en-US"/>
        </a:p>
      </dgm:t>
    </dgm:pt>
    <dgm:pt modelId="{656925BE-34E9-4AA6-9669-8E2864ECB424}" type="parTrans" cxnId="{1F8DE80E-9DC9-4E33-8A72-3F84F6E1197B}">
      <dgm:prSet/>
      <dgm:spPr/>
      <dgm:t>
        <a:bodyPr/>
        <a:lstStyle/>
        <a:p>
          <a:endParaRPr lang="en-US"/>
        </a:p>
      </dgm:t>
    </dgm:pt>
    <dgm:pt modelId="{C88F1508-BCDE-4F35-9C8F-49A605CB82CE}" type="sibTrans" cxnId="{1F8DE80E-9DC9-4E33-8A72-3F84F6E1197B}">
      <dgm:prSet/>
      <dgm:spPr/>
      <dgm:t>
        <a:bodyPr/>
        <a:lstStyle/>
        <a:p>
          <a:endParaRPr lang="en-US"/>
        </a:p>
      </dgm:t>
    </dgm:pt>
    <dgm:pt modelId="{D99CE2B2-3E81-41FB-828B-578810DAE93B}">
      <dgm:prSet/>
      <dgm:spPr/>
      <dgm:t>
        <a:bodyPr/>
        <a:lstStyle/>
        <a:p>
          <a:endParaRPr lang="en-US" dirty="0"/>
        </a:p>
      </dgm:t>
    </dgm:pt>
    <dgm:pt modelId="{3100EFA1-0362-4E67-AB47-EE969D3DFDD2}" type="parTrans" cxnId="{4316C0C1-2B0E-482B-B610-822376AD19EA}">
      <dgm:prSet/>
      <dgm:spPr/>
      <dgm:t>
        <a:bodyPr/>
        <a:lstStyle/>
        <a:p>
          <a:endParaRPr lang="en-US"/>
        </a:p>
      </dgm:t>
    </dgm:pt>
    <dgm:pt modelId="{DA87208A-7B77-49BD-9685-D0733A0F7786}" type="sibTrans" cxnId="{4316C0C1-2B0E-482B-B610-822376AD19EA}">
      <dgm:prSet/>
      <dgm:spPr/>
      <dgm:t>
        <a:bodyPr/>
        <a:lstStyle/>
        <a:p>
          <a:endParaRPr lang="en-US"/>
        </a:p>
      </dgm:t>
    </dgm:pt>
    <dgm:pt modelId="{76E7EEFE-FF40-874C-90F3-0604A5EC01CE}" type="pres">
      <dgm:prSet presAssocID="{B58D7328-7BE6-42BC-A019-00AF9890819F}" presName="Name0" presStyleCnt="0">
        <dgm:presLayoutVars>
          <dgm:dir/>
          <dgm:animLvl val="lvl"/>
          <dgm:resizeHandles val="exact"/>
        </dgm:presLayoutVars>
      </dgm:prSet>
      <dgm:spPr/>
    </dgm:pt>
    <dgm:pt modelId="{04ED8DB5-EC12-BA43-BBDE-8B97076E3987}" type="pres">
      <dgm:prSet presAssocID="{B7EB06A5-92F1-42D9-B3D7-BE6F9A0FFA89}" presName="boxAndChildren" presStyleCnt="0"/>
      <dgm:spPr/>
    </dgm:pt>
    <dgm:pt modelId="{FFBF4AD5-D897-584A-9623-EEC0CBB71488}" type="pres">
      <dgm:prSet presAssocID="{B7EB06A5-92F1-42D9-B3D7-BE6F9A0FFA89}" presName="parentTextBox" presStyleLbl="alignNode1" presStyleIdx="0" presStyleCnt="3"/>
      <dgm:spPr/>
    </dgm:pt>
    <dgm:pt modelId="{407DF929-755E-A64F-A3E9-5F902AF55AE7}" type="pres">
      <dgm:prSet presAssocID="{B7EB06A5-92F1-42D9-B3D7-BE6F9A0FFA89}" presName="descendantBox" presStyleLbl="bgAccFollowNode1" presStyleIdx="0" presStyleCnt="3"/>
      <dgm:spPr/>
    </dgm:pt>
    <dgm:pt modelId="{5B678D16-B8D0-E24B-8AAE-3B92076098A6}" type="pres">
      <dgm:prSet presAssocID="{C960ED43-A5AD-401F-A946-E69BF75C69AC}" presName="sp" presStyleCnt="0"/>
      <dgm:spPr/>
    </dgm:pt>
    <dgm:pt modelId="{DC011847-429A-2A4F-A9B2-763055D1E890}" type="pres">
      <dgm:prSet presAssocID="{3F82D7AA-00CB-4A78-905C-30ABC97B6F91}" presName="arrowAndChildren" presStyleCnt="0"/>
      <dgm:spPr/>
    </dgm:pt>
    <dgm:pt modelId="{1FA69232-902F-634B-983B-5B30D0140646}" type="pres">
      <dgm:prSet presAssocID="{3F82D7AA-00CB-4A78-905C-30ABC97B6F91}" presName="parentTextArrow" presStyleLbl="node1" presStyleIdx="0" presStyleCnt="2"/>
      <dgm:spPr/>
    </dgm:pt>
    <dgm:pt modelId="{D912B2D3-CC54-F64D-ABB1-7DCCE6742467}" type="pres">
      <dgm:prSet presAssocID="{3F82D7AA-00CB-4A78-905C-30ABC97B6F91}" presName="arrow" presStyleLbl="alignNode1" presStyleIdx="1" presStyleCnt="3"/>
      <dgm:spPr/>
    </dgm:pt>
    <dgm:pt modelId="{59BBEF2F-0B31-804A-9024-DA7EA3079409}" type="pres">
      <dgm:prSet presAssocID="{3F82D7AA-00CB-4A78-905C-30ABC97B6F91}" presName="descendantArrow" presStyleLbl="bgAccFollowNode1" presStyleIdx="1" presStyleCnt="3"/>
      <dgm:spPr/>
    </dgm:pt>
    <dgm:pt modelId="{E0A1D2FF-5061-2749-9091-557F5DB9A096}" type="pres">
      <dgm:prSet presAssocID="{45507DF3-8919-4CCF-823F-C816959A5432}" presName="sp" presStyleCnt="0"/>
      <dgm:spPr/>
    </dgm:pt>
    <dgm:pt modelId="{7E040948-585D-CB4C-BDA3-F2D191827271}" type="pres">
      <dgm:prSet presAssocID="{921BB7FA-AB6E-49FA-8169-E065B51639C5}" presName="arrowAndChildren" presStyleCnt="0"/>
      <dgm:spPr/>
    </dgm:pt>
    <dgm:pt modelId="{2C2768C8-43E1-9648-B555-64793DA4816F}" type="pres">
      <dgm:prSet presAssocID="{921BB7FA-AB6E-49FA-8169-E065B51639C5}" presName="parentTextArrow" presStyleLbl="node1" presStyleIdx="1" presStyleCnt="2"/>
      <dgm:spPr/>
    </dgm:pt>
    <dgm:pt modelId="{62C77496-6713-C044-B744-4CD31244BF79}" type="pres">
      <dgm:prSet presAssocID="{921BB7FA-AB6E-49FA-8169-E065B51639C5}" presName="arrow" presStyleLbl="alignNode1" presStyleIdx="2" presStyleCnt="3"/>
      <dgm:spPr/>
    </dgm:pt>
    <dgm:pt modelId="{5994B955-5885-CA4C-B1C0-4DC44506D491}" type="pres">
      <dgm:prSet presAssocID="{921BB7FA-AB6E-49FA-8169-E065B51639C5}" presName="descendantArrow" presStyleLbl="bgAccFollowNode1" presStyleIdx="2" presStyleCnt="3"/>
      <dgm:spPr/>
    </dgm:pt>
  </dgm:ptLst>
  <dgm:cxnLst>
    <dgm:cxn modelId="{1F8DE80E-9DC9-4E33-8A72-3F84F6E1197B}" srcId="{B58D7328-7BE6-42BC-A019-00AF9890819F}" destId="{B7EB06A5-92F1-42D9-B3D7-BE6F9A0FFA89}" srcOrd="2" destOrd="0" parTransId="{656925BE-34E9-4AA6-9669-8E2864ECB424}" sibTransId="{C88F1508-BCDE-4F35-9C8F-49A605CB82CE}"/>
    <dgm:cxn modelId="{62685628-3964-CC47-8CE9-3629FD1639EC}" type="presOf" srcId="{D99CE2B2-3E81-41FB-828B-578810DAE93B}" destId="{407DF929-755E-A64F-A3E9-5F902AF55AE7}" srcOrd="0" destOrd="0" presId="urn:microsoft.com/office/officeart/2016/7/layout/VerticalDownArrowProcess"/>
    <dgm:cxn modelId="{34E75038-5F49-A54D-8B3E-F0B480ECA086}" type="presOf" srcId="{B58D7328-7BE6-42BC-A019-00AF9890819F}" destId="{76E7EEFE-FF40-874C-90F3-0604A5EC01CE}" srcOrd="0" destOrd="0" presId="urn:microsoft.com/office/officeart/2016/7/layout/VerticalDownArrowProcess"/>
    <dgm:cxn modelId="{445F9978-7635-414E-9EB6-B0B5EB8D5AB7}" type="presOf" srcId="{3F82D7AA-00CB-4A78-905C-30ABC97B6F91}" destId="{D912B2D3-CC54-F64D-ABB1-7DCCE6742467}" srcOrd="1" destOrd="0" presId="urn:microsoft.com/office/officeart/2016/7/layout/VerticalDownArrowProcess"/>
    <dgm:cxn modelId="{A5F7758E-93DE-E64E-87B1-EE342C1E02DA}" type="presOf" srcId="{3F82D7AA-00CB-4A78-905C-30ABC97B6F91}" destId="{1FA69232-902F-634B-983B-5B30D0140646}" srcOrd="0" destOrd="0" presId="urn:microsoft.com/office/officeart/2016/7/layout/VerticalDownArrowProcess"/>
    <dgm:cxn modelId="{9061C799-F90D-F943-BE46-F8C30D5116FE}" type="presOf" srcId="{B7EB06A5-92F1-42D9-B3D7-BE6F9A0FFA89}" destId="{FFBF4AD5-D897-584A-9623-EEC0CBB71488}" srcOrd="0" destOrd="0" presId="urn:microsoft.com/office/officeart/2016/7/layout/VerticalDownArrowProcess"/>
    <dgm:cxn modelId="{6DDF17AB-31CB-1F4F-A604-F1F16374738A}" type="presOf" srcId="{921BB7FA-AB6E-49FA-8169-E065B51639C5}" destId="{62C77496-6713-C044-B744-4CD31244BF79}" srcOrd="1" destOrd="0" presId="urn:microsoft.com/office/officeart/2016/7/layout/VerticalDownArrowProcess"/>
    <dgm:cxn modelId="{4316C0C1-2B0E-482B-B610-822376AD19EA}" srcId="{B7EB06A5-92F1-42D9-B3D7-BE6F9A0FFA89}" destId="{D99CE2B2-3E81-41FB-828B-578810DAE93B}" srcOrd="0" destOrd="0" parTransId="{3100EFA1-0362-4E67-AB47-EE969D3DFDD2}" sibTransId="{DA87208A-7B77-49BD-9685-D0733A0F7786}"/>
    <dgm:cxn modelId="{81BCABC7-8BFF-B84E-9661-D6F8C49E893E}" type="presOf" srcId="{921BB7FA-AB6E-49FA-8169-E065B51639C5}" destId="{2C2768C8-43E1-9648-B555-64793DA4816F}" srcOrd="0" destOrd="0" presId="urn:microsoft.com/office/officeart/2016/7/layout/VerticalDownArrowProcess"/>
    <dgm:cxn modelId="{05266BE6-E8AF-4BA0-9089-14FF4B08A312}" srcId="{B58D7328-7BE6-42BC-A019-00AF9890819F}" destId="{921BB7FA-AB6E-49FA-8169-E065B51639C5}" srcOrd="0" destOrd="0" parTransId="{E4444AFF-79D0-408D-9AD5-707DD13AC893}" sibTransId="{45507DF3-8919-4CCF-823F-C816959A5432}"/>
    <dgm:cxn modelId="{E38BF9F0-173C-4194-95C7-C9A9B1FEA38A}" srcId="{B58D7328-7BE6-42BC-A019-00AF9890819F}" destId="{3F82D7AA-00CB-4A78-905C-30ABC97B6F91}" srcOrd="1" destOrd="0" parTransId="{B3144C63-DB40-488D-B4DE-3778FD30364D}" sibTransId="{C960ED43-A5AD-401F-A946-E69BF75C69AC}"/>
    <dgm:cxn modelId="{823F6FE5-BF15-0245-B222-4EFFE5BF1CBD}" type="presParOf" srcId="{76E7EEFE-FF40-874C-90F3-0604A5EC01CE}" destId="{04ED8DB5-EC12-BA43-BBDE-8B97076E3987}" srcOrd="0" destOrd="0" presId="urn:microsoft.com/office/officeart/2016/7/layout/VerticalDownArrowProcess"/>
    <dgm:cxn modelId="{CB2FF65A-494E-0C4A-9BCE-6F05E13A3BB0}" type="presParOf" srcId="{04ED8DB5-EC12-BA43-BBDE-8B97076E3987}" destId="{FFBF4AD5-D897-584A-9623-EEC0CBB71488}" srcOrd="0" destOrd="0" presId="urn:microsoft.com/office/officeart/2016/7/layout/VerticalDownArrowProcess"/>
    <dgm:cxn modelId="{261C544B-4CE9-3D4A-925F-9E4967A6A3E7}" type="presParOf" srcId="{04ED8DB5-EC12-BA43-BBDE-8B97076E3987}" destId="{407DF929-755E-A64F-A3E9-5F902AF55AE7}" srcOrd="1" destOrd="0" presId="urn:microsoft.com/office/officeart/2016/7/layout/VerticalDownArrowProcess"/>
    <dgm:cxn modelId="{352EEC2B-5353-FA44-84CC-2FFDFE085139}" type="presParOf" srcId="{76E7EEFE-FF40-874C-90F3-0604A5EC01CE}" destId="{5B678D16-B8D0-E24B-8AAE-3B92076098A6}" srcOrd="1" destOrd="0" presId="urn:microsoft.com/office/officeart/2016/7/layout/VerticalDownArrowProcess"/>
    <dgm:cxn modelId="{E4C2339A-1EFE-8F44-8E0F-3C6306EBD8F7}" type="presParOf" srcId="{76E7EEFE-FF40-874C-90F3-0604A5EC01CE}" destId="{DC011847-429A-2A4F-A9B2-763055D1E890}" srcOrd="2" destOrd="0" presId="urn:microsoft.com/office/officeart/2016/7/layout/VerticalDownArrowProcess"/>
    <dgm:cxn modelId="{ADA38F5E-4159-C446-9A1F-F13EE0EE7372}" type="presParOf" srcId="{DC011847-429A-2A4F-A9B2-763055D1E890}" destId="{1FA69232-902F-634B-983B-5B30D0140646}" srcOrd="0" destOrd="0" presId="urn:microsoft.com/office/officeart/2016/7/layout/VerticalDownArrowProcess"/>
    <dgm:cxn modelId="{E0343C53-BDBD-8043-B1C7-495023F19F13}" type="presParOf" srcId="{DC011847-429A-2A4F-A9B2-763055D1E890}" destId="{D912B2D3-CC54-F64D-ABB1-7DCCE6742467}" srcOrd="1" destOrd="0" presId="urn:microsoft.com/office/officeart/2016/7/layout/VerticalDownArrowProcess"/>
    <dgm:cxn modelId="{F0E4AB71-6418-8B4B-8E9C-7D496009821C}" type="presParOf" srcId="{DC011847-429A-2A4F-A9B2-763055D1E890}" destId="{59BBEF2F-0B31-804A-9024-DA7EA3079409}" srcOrd="2" destOrd="0" presId="urn:microsoft.com/office/officeart/2016/7/layout/VerticalDownArrowProcess"/>
    <dgm:cxn modelId="{ACB73046-9B26-C445-A517-B1D25A1B2D75}" type="presParOf" srcId="{76E7EEFE-FF40-874C-90F3-0604A5EC01CE}" destId="{E0A1D2FF-5061-2749-9091-557F5DB9A096}" srcOrd="3" destOrd="0" presId="urn:microsoft.com/office/officeart/2016/7/layout/VerticalDownArrowProcess"/>
    <dgm:cxn modelId="{51597951-B8FA-DF49-B4C6-91021A2B7E90}" type="presParOf" srcId="{76E7EEFE-FF40-874C-90F3-0604A5EC01CE}" destId="{7E040948-585D-CB4C-BDA3-F2D191827271}" srcOrd="4" destOrd="0" presId="urn:microsoft.com/office/officeart/2016/7/layout/VerticalDownArrowProcess"/>
    <dgm:cxn modelId="{C0FC806C-F5C1-8846-8C3C-9C9C837C12F6}" type="presParOf" srcId="{7E040948-585D-CB4C-BDA3-F2D191827271}" destId="{2C2768C8-43E1-9648-B555-64793DA4816F}" srcOrd="0" destOrd="0" presId="urn:microsoft.com/office/officeart/2016/7/layout/VerticalDownArrowProcess"/>
    <dgm:cxn modelId="{31107818-7BDC-E04C-8794-3D8B7B881705}" type="presParOf" srcId="{7E040948-585D-CB4C-BDA3-F2D191827271}" destId="{62C77496-6713-C044-B744-4CD31244BF79}" srcOrd="1" destOrd="0" presId="urn:microsoft.com/office/officeart/2016/7/layout/VerticalDownArrowProcess"/>
    <dgm:cxn modelId="{1F753958-23FF-DB42-B054-2846F9EF5727}" type="presParOf" srcId="{7E040948-585D-CB4C-BDA3-F2D191827271}" destId="{5994B955-5885-CA4C-B1C0-4DC44506D49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FD0959A-A036-49B9-8784-F3AAF9185D36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3AB24ED-94B7-4C8D-BE5C-5C723A3F8066}">
      <dgm:prSet/>
      <dgm:spPr/>
      <dgm:t>
        <a:bodyPr/>
        <a:lstStyle/>
        <a:p>
          <a:r>
            <a:rPr lang="en-NL" b="1"/>
            <a:t>Prerequisites</a:t>
          </a:r>
          <a:endParaRPr lang="en-US"/>
        </a:p>
      </dgm:t>
    </dgm:pt>
    <dgm:pt modelId="{166D026E-BEF9-45BB-9DD5-7EF07C43F054}" type="parTrans" cxnId="{1D3C4B7F-07FE-474D-B8A3-EFA3ACDB3F17}">
      <dgm:prSet/>
      <dgm:spPr/>
      <dgm:t>
        <a:bodyPr/>
        <a:lstStyle/>
        <a:p>
          <a:endParaRPr lang="en-US"/>
        </a:p>
      </dgm:t>
    </dgm:pt>
    <dgm:pt modelId="{322591EC-4F26-4E93-9726-DDCAF71CC4E2}" type="sibTrans" cxnId="{1D3C4B7F-07FE-474D-B8A3-EFA3ACDB3F17}">
      <dgm:prSet/>
      <dgm:spPr/>
      <dgm:t>
        <a:bodyPr/>
        <a:lstStyle/>
        <a:p>
          <a:endParaRPr lang="en-US"/>
        </a:p>
      </dgm:t>
    </dgm:pt>
    <dgm:pt modelId="{2C852706-9BBD-40B0-8FF7-5F58ED6C3EC7}">
      <dgm:prSet/>
      <dgm:spPr/>
      <dgm:t>
        <a:bodyPr/>
        <a:lstStyle/>
        <a:p>
          <a:r>
            <a:rPr lang="en-NL"/>
            <a:t>VS Code</a:t>
          </a:r>
          <a:endParaRPr lang="en-US"/>
        </a:p>
      </dgm:t>
    </dgm:pt>
    <dgm:pt modelId="{F3873681-BD8C-4787-92D2-0D38AFAB1EFC}" type="parTrans" cxnId="{8675D03F-FE9A-4A3B-BD89-AC93D29074B7}">
      <dgm:prSet/>
      <dgm:spPr/>
      <dgm:t>
        <a:bodyPr/>
        <a:lstStyle/>
        <a:p>
          <a:endParaRPr lang="en-US"/>
        </a:p>
      </dgm:t>
    </dgm:pt>
    <dgm:pt modelId="{5077A20C-A6E1-4356-BDBF-1BB08569562E}" type="sibTrans" cxnId="{8675D03F-FE9A-4A3B-BD89-AC93D29074B7}">
      <dgm:prSet/>
      <dgm:spPr/>
      <dgm:t>
        <a:bodyPr/>
        <a:lstStyle/>
        <a:p>
          <a:endParaRPr lang="en-US"/>
        </a:p>
      </dgm:t>
    </dgm:pt>
    <dgm:pt modelId="{465AF38F-B3DE-48D3-8CF0-E777804F6E49}">
      <dgm:prSet/>
      <dgm:spPr/>
      <dgm:t>
        <a:bodyPr/>
        <a:lstStyle/>
        <a:p>
          <a:r>
            <a:rPr lang="en-NL"/>
            <a:t>Why not Intellij IDE</a:t>
          </a:r>
          <a:endParaRPr lang="en-US"/>
        </a:p>
      </dgm:t>
    </dgm:pt>
    <dgm:pt modelId="{DED6B3C9-49B5-4611-96DF-453C28BD898C}" type="parTrans" cxnId="{A604570B-C920-4F20-B993-5F2490B185E0}">
      <dgm:prSet/>
      <dgm:spPr/>
      <dgm:t>
        <a:bodyPr/>
        <a:lstStyle/>
        <a:p>
          <a:endParaRPr lang="en-US"/>
        </a:p>
      </dgm:t>
    </dgm:pt>
    <dgm:pt modelId="{D98F7C62-5949-4BCE-8EE1-0452C9739931}" type="sibTrans" cxnId="{A604570B-C920-4F20-B993-5F2490B185E0}">
      <dgm:prSet/>
      <dgm:spPr/>
      <dgm:t>
        <a:bodyPr/>
        <a:lstStyle/>
        <a:p>
          <a:endParaRPr lang="en-US"/>
        </a:p>
      </dgm:t>
    </dgm:pt>
    <dgm:pt modelId="{DF3FE40E-F029-4BAD-BB8C-B868744EE4E8}">
      <dgm:prSet/>
      <dgm:spPr/>
      <dgm:t>
        <a:bodyPr/>
        <a:lstStyle/>
        <a:p>
          <a:r>
            <a:rPr lang="en-GB"/>
            <a:t>A</a:t>
          </a:r>
          <a:r>
            <a:rPr lang="en-NL"/>
            <a:t>gent generat the code base on vs code</a:t>
          </a:r>
          <a:endParaRPr lang="en-US"/>
        </a:p>
      </dgm:t>
    </dgm:pt>
    <dgm:pt modelId="{B9BB0002-B312-4F6D-80C1-A1FB312F2E4C}" type="parTrans" cxnId="{748F8CAA-2162-422D-A830-33412F60C590}">
      <dgm:prSet/>
      <dgm:spPr/>
      <dgm:t>
        <a:bodyPr/>
        <a:lstStyle/>
        <a:p>
          <a:endParaRPr lang="en-US"/>
        </a:p>
      </dgm:t>
    </dgm:pt>
    <dgm:pt modelId="{6DB77695-9FA0-4BCC-A837-9255D04BA6F8}" type="sibTrans" cxnId="{748F8CAA-2162-422D-A830-33412F60C590}">
      <dgm:prSet/>
      <dgm:spPr/>
      <dgm:t>
        <a:bodyPr/>
        <a:lstStyle/>
        <a:p>
          <a:endParaRPr lang="en-US"/>
        </a:p>
      </dgm:t>
    </dgm:pt>
    <dgm:pt modelId="{F6BEE0D8-7AA0-4011-B02B-EA3ADA69F9E0}">
      <dgm:prSet/>
      <dgm:spPr/>
      <dgm:t>
        <a:bodyPr/>
        <a:lstStyle/>
        <a:p>
          <a:r>
            <a:rPr lang="en-NL"/>
            <a:t>Github copilot</a:t>
          </a:r>
          <a:endParaRPr lang="en-US"/>
        </a:p>
      </dgm:t>
    </dgm:pt>
    <dgm:pt modelId="{29EDD472-D54C-4F5D-ADE4-80B5B46C9A7A}" type="parTrans" cxnId="{14D890C0-CD85-4F31-9626-338D3546D5FF}">
      <dgm:prSet/>
      <dgm:spPr/>
      <dgm:t>
        <a:bodyPr/>
        <a:lstStyle/>
        <a:p>
          <a:endParaRPr lang="en-US"/>
        </a:p>
      </dgm:t>
    </dgm:pt>
    <dgm:pt modelId="{71B217F9-BD6F-4478-B965-1C7CBC283C04}" type="sibTrans" cxnId="{14D890C0-CD85-4F31-9626-338D3546D5FF}">
      <dgm:prSet/>
      <dgm:spPr/>
      <dgm:t>
        <a:bodyPr/>
        <a:lstStyle/>
        <a:p>
          <a:endParaRPr lang="en-US"/>
        </a:p>
      </dgm:t>
    </dgm:pt>
    <dgm:pt modelId="{CD0C10CC-2D68-4E35-A5FF-266203B0D57A}">
      <dgm:prSet/>
      <dgm:spPr/>
      <dgm:t>
        <a:bodyPr/>
        <a:lstStyle/>
        <a:p>
          <a:r>
            <a:rPr lang="en-NL"/>
            <a:t>Why not Rabo Github copilot</a:t>
          </a:r>
          <a:endParaRPr lang="en-US"/>
        </a:p>
      </dgm:t>
    </dgm:pt>
    <dgm:pt modelId="{F0AB4CDC-421A-41DE-96E1-08D66E6105EF}" type="parTrans" cxnId="{6C9B166F-315D-4002-9B73-50D171235418}">
      <dgm:prSet/>
      <dgm:spPr/>
      <dgm:t>
        <a:bodyPr/>
        <a:lstStyle/>
        <a:p>
          <a:endParaRPr lang="en-US"/>
        </a:p>
      </dgm:t>
    </dgm:pt>
    <dgm:pt modelId="{B2329019-BEDD-4959-8167-934230FCDFDB}" type="sibTrans" cxnId="{6C9B166F-315D-4002-9B73-50D171235418}">
      <dgm:prSet/>
      <dgm:spPr/>
      <dgm:t>
        <a:bodyPr/>
        <a:lstStyle/>
        <a:p>
          <a:endParaRPr lang="en-US"/>
        </a:p>
      </dgm:t>
    </dgm:pt>
    <dgm:pt modelId="{C921DACD-15C0-429C-A10E-871F6C22276D}">
      <dgm:prSet/>
      <dgm:spPr/>
      <dgm:t>
        <a:bodyPr/>
        <a:lstStyle/>
        <a:p>
          <a:r>
            <a:rPr lang="en-NL"/>
            <a:t>MCP not enable</a:t>
          </a:r>
          <a:endParaRPr lang="en-US"/>
        </a:p>
      </dgm:t>
    </dgm:pt>
    <dgm:pt modelId="{A4A99BD3-BF37-4EC8-B128-22B451EF727F}" type="parTrans" cxnId="{525DFB66-65DE-417A-BDB1-D472F8ABFCA0}">
      <dgm:prSet/>
      <dgm:spPr/>
      <dgm:t>
        <a:bodyPr/>
        <a:lstStyle/>
        <a:p>
          <a:endParaRPr lang="en-US"/>
        </a:p>
      </dgm:t>
    </dgm:pt>
    <dgm:pt modelId="{9CD7EE68-F335-4E47-9340-9AC44D049695}" type="sibTrans" cxnId="{525DFB66-65DE-417A-BDB1-D472F8ABFCA0}">
      <dgm:prSet/>
      <dgm:spPr/>
      <dgm:t>
        <a:bodyPr/>
        <a:lstStyle/>
        <a:p>
          <a:endParaRPr lang="en-US"/>
        </a:p>
      </dgm:t>
    </dgm:pt>
    <dgm:pt modelId="{EA611310-3964-E148-81E3-5F3B1607A7F4}" type="pres">
      <dgm:prSet presAssocID="{5FD0959A-A036-49B9-8784-F3AAF9185D3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86CF1E-A30C-C243-BBE0-A637CC9E40AA}" type="pres">
      <dgm:prSet presAssocID="{F3AB24ED-94B7-4C8D-BE5C-5C723A3F8066}" presName="root" presStyleCnt="0"/>
      <dgm:spPr/>
    </dgm:pt>
    <dgm:pt modelId="{ED3092BA-CB07-834E-B603-C9405BAF81D4}" type="pres">
      <dgm:prSet presAssocID="{F3AB24ED-94B7-4C8D-BE5C-5C723A3F8066}" presName="rootComposite" presStyleCnt="0"/>
      <dgm:spPr/>
    </dgm:pt>
    <dgm:pt modelId="{CFD97627-7DCF-AD4E-8E2B-50F09D21BEDD}" type="pres">
      <dgm:prSet presAssocID="{F3AB24ED-94B7-4C8D-BE5C-5C723A3F8066}" presName="rootText" presStyleLbl="node1" presStyleIdx="0" presStyleCnt="3"/>
      <dgm:spPr/>
    </dgm:pt>
    <dgm:pt modelId="{76151F1E-5F60-104A-A325-877E7C761389}" type="pres">
      <dgm:prSet presAssocID="{F3AB24ED-94B7-4C8D-BE5C-5C723A3F8066}" presName="rootConnector" presStyleLbl="node1" presStyleIdx="0" presStyleCnt="3"/>
      <dgm:spPr/>
    </dgm:pt>
    <dgm:pt modelId="{A54E84F7-39D0-3C4F-AD1C-E41074F595CC}" type="pres">
      <dgm:prSet presAssocID="{F3AB24ED-94B7-4C8D-BE5C-5C723A3F8066}" presName="childShape" presStyleCnt="0"/>
      <dgm:spPr/>
    </dgm:pt>
    <dgm:pt modelId="{971B1513-8017-7C4E-B580-F1FD72C2C5C7}" type="pres">
      <dgm:prSet presAssocID="{2C852706-9BBD-40B0-8FF7-5F58ED6C3EC7}" presName="root" presStyleCnt="0"/>
      <dgm:spPr/>
    </dgm:pt>
    <dgm:pt modelId="{8B997C7A-E797-3F41-9EB3-7DDF90EC9857}" type="pres">
      <dgm:prSet presAssocID="{2C852706-9BBD-40B0-8FF7-5F58ED6C3EC7}" presName="rootComposite" presStyleCnt="0"/>
      <dgm:spPr/>
    </dgm:pt>
    <dgm:pt modelId="{6115CB32-26F0-7047-A960-EEA7E3C894B4}" type="pres">
      <dgm:prSet presAssocID="{2C852706-9BBD-40B0-8FF7-5F58ED6C3EC7}" presName="rootText" presStyleLbl="node1" presStyleIdx="1" presStyleCnt="3"/>
      <dgm:spPr/>
    </dgm:pt>
    <dgm:pt modelId="{5B7309D5-7598-2042-9FBE-4AE80E990ED5}" type="pres">
      <dgm:prSet presAssocID="{2C852706-9BBD-40B0-8FF7-5F58ED6C3EC7}" presName="rootConnector" presStyleLbl="node1" presStyleIdx="1" presStyleCnt="3"/>
      <dgm:spPr/>
    </dgm:pt>
    <dgm:pt modelId="{BBCF34D5-44FC-DC42-A15C-8D6100B06B84}" type="pres">
      <dgm:prSet presAssocID="{2C852706-9BBD-40B0-8FF7-5F58ED6C3EC7}" presName="childShape" presStyleCnt="0"/>
      <dgm:spPr/>
    </dgm:pt>
    <dgm:pt modelId="{B2F4E60A-29D1-014F-A023-3FEC16C87A34}" type="pres">
      <dgm:prSet presAssocID="{DED6B3C9-49B5-4611-96DF-453C28BD898C}" presName="Name13" presStyleLbl="parChTrans1D2" presStyleIdx="0" presStyleCnt="2"/>
      <dgm:spPr/>
    </dgm:pt>
    <dgm:pt modelId="{FFF15A73-F13D-DF46-9310-BD9BE899EE4F}" type="pres">
      <dgm:prSet presAssocID="{465AF38F-B3DE-48D3-8CF0-E777804F6E49}" presName="childText" presStyleLbl="bgAcc1" presStyleIdx="0" presStyleCnt="2">
        <dgm:presLayoutVars>
          <dgm:bulletEnabled val="1"/>
        </dgm:presLayoutVars>
      </dgm:prSet>
      <dgm:spPr/>
    </dgm:pt>
    <dgm:pt modelId="{D6D7BC17-9F6F-6F4D-960E-041FBD4A860C}" type="pres">
      <dgm:prSet presAssocID="{F6BEE0D8-7AA0-4011-B02B-EA3ADA69F9E0}" presName="root" presStyleCnt="0"/>
      <dgm:spPr/>
    </dgm:pt>
    <dgm:pt modelId="{F966361D-2757-ED4B-90C3-75ECA1B127A1}" type="pres">
      <dgm:prSet presAssocID="{F6BEE0D8-7AA0-4011-B02B-EA3ADA69F9E0}" presName="rootComposite" presStyleCnt="0"/>
      <dgm:spPr/>
    </dgm:pt>
    <dgm:pt modelId="{8AD0DE6D-3144-C349-9006-0F4484C473D8}" type="pres">
      <dgm:prSet presAssocID="{F6BEE0D8-7AA0-4011-B02B-EA3ADA69F9E0}" presName="rootText" presStyleLbl="node1" presStyleIdx="2" presStyleCnt="3"/>
      <dgm:spPr/>
    </dgm:pt>
    <dgm:pt modelId="{64AE1D93-79BE-0F47-8AB7-4A1715B33EAC}" type="pres">
      <dgm:prSet presAssocID="{F6BEE0D8-7AA0-4011-B02B-EA3ADA69F9E0}" presName="rootConnector" presStyleLbl="node1" presStyleIdx="2" presStyleCnt="3"/>
      <dgm:spPr/>
    </dgm:pt>
    <dgm:pt modelId="{62876714-196B-904F-85A1-84724652BB1C}" type="pres">
      <dgm:prSet presAssocID="{F6BEE0D8-7AA0-4011-B02B-EA3ADA69F9E0}" presName="childShape" presStyleCnt="0"/>
      <dgm:spPr/>
    </dgm:pt>
    <dgm:pt modelId="{9CF89E99-CD1F-B24E-811B-7507A5D74359}" type="pres">
      <dgm:prSet presAssocID="{F0AB4CDC-421A-41DE-96E1-08D66E6105EF}" presName="Name13" presStyleLbl="parChTrans1D2" presStyleIdx="1" presStyleCnt="2"/>
      <dgm:spPr/>
    </dgm:pt>
    <dgm:pt modelId="{D466A13A-B233-0A4E-9934-80FFE631A780}" type="pres">
      <dgm:prSet presAssocID="{CD0C10CC-2D68-4E35-A5FF-266203B0D57A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A604570B-C920-4F20-B993-5F2490B185E0}" srcId="{2C852706-9BBD-40B0-8FF7-5F58ED6C3EC7}" destId="{465AF38F-B3DE-48D3-8CF0-E777804F6E49}" srcOrd="0" destOrd="0" parTransId="{DED6B3C9-49B5-4611-96DF-453C28BD898C}" sibTransId="{D98F7C62-5949-4BCE-8EE1-0452C9739931}"/>
    <dgm:cxn modelId="{D79A3E10-A9F2-CD4D-818E-5B25B5C14B8D}" type="presOf" srcId="{F0AB4CDC-421A-41DE-96E1-08D66E6105EF}" destId="{9CF89E99-CD1F-B24E-811B-7507A5D74359}" srcOrd="0" destOrd="0" presId="urn:microsoft.com/office/officeart/2005/8/layout/hierarchy3"/>
    <dgm:cxn modelId="{13687221-8725-6F49-9AEA-A118EE5F30D9}" type="presOf" srcId="{DF3FE40E-F029-4BAD-BB8C-B868744EE4E8}" destId="{FFF15A73-F13D-DF46-9310-BD9BE899EE4F}" srcOrd="0" destOrd="1" presId="urn:microsoft.com/office/officeart/2005/8/layout/hierarchy3"/>
    <dgm:cxn modelId="{C315C826-0016-2E4A-91AF-973FD8ECFB95}" type="presOf" srcId="{F3AB24ED-94B7-4C8D-BE5C-5C723A3F8066}" destId="{CFD97627-7DCF-AD4E-8E2B-50F09D21BEDD}" srcOrd="0" destOrd="0" presId="urn:microsoft.com/office/officeart/2005/8/layout/hierarchy3"/>
    <dgm:cxn modelId="{E3570731-3A5C-1947-8A80-E01B28140E1E}" type="presOf" srcId="{465AF38F-B3DE-48D3-8CF0-E777804F6E49}" destId="{FFF15A73-F13D-DF46-9310-BD9BE899EE4F}" srcOrd="0" destOrd="0" presId="urn:microsoft.com/office/officeart/2005/8/layout/hierarchy3"/>
    <dgm:cxn modelId="{8675D03F-FE9A-4A3B-BD89-AC93D29074B7}" srcId="{5FD0959A-A036-49B9-8784-F3AAF9185D36}" destId="{2C852706-9BBD-40B0-8FF7-5F58ED6C3EC7}" srcOrd="1" destOrd="0" parTransId="{F3873681-BD8C-4787-92D2-0D38AFAB1EFC}" sibTransId="{5077A20C-A6E1-4356-BDBF-1BB08569562E}"/>
    <dgm:cxn modelId="{AD50D740-CA7A-F147-9815-9351454FE729}" type="presOf" srcId="{2C852706-9BBD-40B0-8FF7-5F58ED6C3EC7}" destId="{6115CB32-26F0-7047-A960-EEA7E3C894B4}" srcOrd="0" destOrd="0" presId="urn:microsoft.com/office/officeart/2005/8/layout/hierarchy3"/>
    <dgm:cxn modelId="{525DFB66-65DE-417A-BDB1-D472F8ABFCA0}" srcId="{CD0C10CC-2D68-4E35-A5FF-266203B0D57A}" destId="{C921DACD-15C0-429C-A10E-871F6C22276D}" srcOrd="0" destOrd="0" parTransId="{A4A99BD3-BF37-4EC8-B128-22B451EF727F}" sibTransId="{9CD7EE68-F335-4E47-9340-9AC44D049695}"/>
    <dgm:cxn modelId="{C89BC367-9838-2B43-9D17-52FE31F65553}" type="presOf" srcId="{DED6B3C9-49B5-4611-96DF-453C28BD898C}" destId="{B2F4E60A-29D1-014F-A023-3FEC16C87A34}" srcOrd="0" destOrd="0" presId="urn:microsoft.com/office/officeart/2005/8/layout/hierarchy3"/>
    <dgm:cxn modelId="{6C9B166F-315D-4002-9B73-50D171235418}" srcId="{F6BEE0D8-7AA0-4011-B02B-EA3ADA69F9E0}" destId="{CD0C10CC-2D68-4E35-A5FF-266203B0D57A}" srcOrd="0" destOrd="0" parTransId="{F0AB4CDC-421A-41DE-96E1-08D66E6105EF}" sibTransId="{B2329019-BEDD-4959-8167-934230FCDFDB}"/>
    <dgm:cxn modelId="{1D3C4B7F-07FE-474D-B8A3-EFA3ACDB3F17}" srcId="{5FD0959A-A036-49B9-8784-F3AAF9185D36}" destId="{F3AB24ED-94B7-4C8D-BE5C-5C723A3F8066}" srcOrd="0" destOrd="0" parTransId="{166D026E-BEF9-45BB-9DD5-7EF07C43F054}" sibTransId="{322591EC-4F26-4E93-9726-DDCAF71CC4E2}"/>
    <dgm:cxn modelId="{F4F18B82-1EA7-D845-8DD9-A3AA05ADD0CA}" type="presOf" srcId="{5FD0959A-A036-49B9-8784-F3AAF9185D36}" destId="{EA611310-3964-E148-81E3-5F3B1607A7F4}" srcOrd="0" destOrd="0" presId="urn:microsoft.com/office/officeart/2005/8/layout/hierarchy3"/>
    <dgm:cxn modelId="{437F44A8-1C41-0B45-B90E-80D9302A5F68}" type="presOf" srcId="{F6BEE0D8-7AA0-4011-B02B-EA3ADA69F9E0}" destId="{64AE1D93-79BE-0F47-8AB7-4A1715B33EAC}" srcOrd="1" destOrd="0" presId="urn:microsoft.com/office/officeart/2005/8/layout/hierarchy3"/>
    <dgm:cxn modelId="{94AE34AA-75A3-EC44-A727-22B57B4A5E00}" type="presOf" srcId="{F6BEE0D8-7AA0-4011-B02B-EA3ADA69F9E0}" destId="{8AD0DE6D-3144-C349-9006-0F4484C473D8}" srcOrd="0" destOrd="0" presId="urn:microsoft.com/office/officeart/2005/8/layout/hierarchy3"/>
    <dgm:cxn modelId="{748F8CAA-2162-422D-A830-33412F60C590}" srcId="{465AF38F-B3DE-48D3-8CF0-E777804F6E49}" destId="{DF3FE40E-F029-4BAD-BB8C-B868744EE4E8}" srcOrd="0" destOrd="0" parTransId="{B9BB0002-B312-4F6D-80C1-A1FB312F2E4C}" sibTransId="{6DB77695-9FA0-4BCC-A837-9255D04BA6F8}"/>
    <dgm:cxn modelId="{14D890C0-CD85-4F31-9626-338D3546D5FF}" srcId="{5FD0959A-A036-49B9-8784-F3AAF9185D36}" destId="{F6BEE0D8-7AA0-4011-B02B-EA3ADA69F9E0}" srcOrd="2" destOrd="0" parTransId="{29EDD472-D54C-4F5D-ADE4-80B5B46C9A7A}" sibTransId="{71B217F9-BD6F-4478-B965-1C7CBC283C04}"/>
    <dgm:cxn modelId="{1FDAA2C6-B4A4-FE41-902F-2537D0EF0AF9}" type="presOf" srcId="{2C852706-9BBD-40B0-8FF7-5F58ED6C3EC7}" destId="{5B7309D5-7598-2042-9FBE-4AE80E990ED5}" srcOrd="1" destOrd="0" presId="urn:microsoft.com/office/officeart/2005/8/layout/hierarchy3"/>
    <dgm:cxn modelId="{563FC4C8-B97B-E749-9204-0F2C892297F1}" type="presOf" srcId="{CD0C10CC-2D68-4E35-A5FF-266203B0D57A}" destId="{D466A13A-B233-0A4E-9934-80FFE631A780}" srcOrd="0" destOrd="0" presId="urn:microsoft.com/office/officeart/2005/8/layout/hierarchy3"/>
    <dgm:cxn modelId="{70E8FEFC-5477-4D47-B26D-09EF4ABE140C}" type="presOf" srcId="{C921DACD-15C0-429C-A10E-871F6C22276D}" destId="{D466A13A-B233-0A4E-9934-80FFE631A780}" srcOrd="0" destOrd="1" presId="urn:microsoft.com/office/officeart/2005/8/layout/hierarchy3"/>
    <dgm:cxn modelId="{E02ADDFF-3678-1E41-9216-A572E89D4ABE}" type="presOf" srcId="{F3AB24ED-94B7-4C8D-BE5C-5C723A3F8066}" destId="{76151F1E-5F60-104A-A325-877E7C761389}" srcOrd="1" destOrd="0" presId="urn:microsoft.com/office/officeart/2005/8/layout/hierarchy3"/>
    <dgm:cxn modelId="{F5AFD750-036B-B64F-B83E-1965EA06D54D}" type="presParOf" srcId="{EA611310-3964-E148-81E3-5F3B1607A7F4}" destId="{BF86CF1E-A30C-C243-BBE0-A637CC9E40AA}" srcOrd="0" destOrd="0" presId="urn:microsoft.com/office/officeart/2005/8/layout/hierarchy3"/>
    <dgm:cxn modelId="{B60C2CFF-CB67-CC42-BA70-F6BAE4D1CD3D}" type="presParOf" srcId="{BF86CF1E-A30C-C243-BBE0-A637CC9E40AA}" destId="{ED3092BA-CB07-834E-B603-C9405BAF81D4}" srcOrd="0" destOrd="0" presId="urn:microsoft.com/office/officeart/2005/8/layout/hierarchy3"/>
    <dgm:cxn modelId="{3F6A10CF-BF63-0742-B05B-72A3307E40E0}" type="presParOf" srcId="{ED3092BA-CB07-834E-B603-C9405BAF81D4}" destId="{CFD97627-7DCF-AD4E-8E2B-50F09D21BEDD}" srcOrd="0" destOrd="0" presId="urn:microsoft.com/office/officeart/2005/8/layout/hierarchy3"/>
    <dgm:cxn modelId="{3CDCBCC8-56CA-1B46-8223-0D41D51179F1}" type="presParOf" srcId="{ED3092BA-CB07-834E-B603-C9405BAF81D4}" destId="{76151F1E-5F60-104A-A325-877E7C761389}" srcOrd="1" destOrd="0" presId="urn:microsoft.com/office/officeart/2005/8/layout/hierarchy3"/>
    <dgm:cxn modelId="{FA421481-F43B-4D4C-8DCE-EFC34987B641}" type="presParOf" srcId="{BF86CF1E-A30C-C243-BBE0-A637CC9E40AA}" destId="{A54E84F7-39D0-3C4F-AD1C-E41074F595CC}" srcOrd="1" destOrd="0" presId="urn:microsoft.com/office/officeart/2005/8/layout/hierarchy3"/>
    <dgm:cxn modelId="{BFF8C974-D628-1D4A-A11C-D74041B08414}" type="presParOf" srcId="{EA611310-3964-E148-81E3-5F3B1607A7F4}" destId="{971B1513-8017-7C4E-B580-F1FD72C2C5C7}" srcOrd="1" destOrd="0" presId="urn:microsoft.com/office/officeart/2005/8/layout/hierarchy3"/>
    <dgm:cxn modelId="{32F6F98C-6167-FE44-B2D6-2143C2266F0E}" type="presParOf" srcId="{971B1513-8017-7C4E-B580-F1FD72C2C5C7}" destId="{8B997C7A-E797-3F41-9EB3-7DDF90EC9857}" srcOrd="0" destOrd="0" presId="urn:microsoft.com/office/officeart/2005/8/layout/hierarchy3"/>
    <dgm:cxn modelId="{182B81FD-651B-EB46-B64A-D41E3DA38354}" type="presParOf" srcId="{8B997C7A-E797-3F41-9EB3-7DDF90EC9857}" destId="{6115CB32-26F0-7047-A960-EEA7E3C894B4}" srcOrd="0" destOrd="0" presId="urn:microsoft.com/office/officeart/2005/8/layout/hierarchy3"/>
    <dgm:cxn modelId="{C5112778-AAE3-E84D-957D-43F5BBD9750E}" type="presParOf" srcId="{8B997C7A-E797-3F41-9EB3-7DDF90EC9857}" destId="{5B7309D5-7598-2042-9FBE-4AE80E990ED5}" srcOrd="1" destOrd="0" presId="urn:microsoft.com/office/officeart/2005/8/layout/hierarchy3"/>
    <dgm:cxn modelId="{4B4C9B65-33B5-524A-950A-6E4DD9B6528D}" type="presParOf" srcId="{971B1513-8017-7C4E-B580-F1FD72C2C5C7}" destId="{BBCF34D5-44FC-DC42-A15C-8D6100B06B84}" srcOrd="1" destOrd="0" presId="urn:microsoft.com/office/officeart/2005/8/layout/hierarchy3"/>
    <dgm:cxn modelId="{4B2A7121-769F-AC44-A09E-1B85AB751362}" type="presParOf" srcId="{BBCF34D5-44FC-DC42-A15C-8D6100B06B84}" destId="{B2F4E60A-29D1-014F-A023-3FEC16C87A34}" srcOrd="0" destOrd="0" presId="urn:microsoft.com/office/officeart/2005/8/layout/hierarchy3"/>
    <dgm:cxn modelId="{01EC5C0B-C776-F348-B7AC-E4B51F88D422}" type="presParOf" srcId="{BBCF34D5-44FC-DC42-A15C-8D6100B06B84}" destId="{FFF15A73-F13D-DF46-9310-BD9BE899EE4F}" srcOrd="1" destOrd="0" presId="urn:microsoft.com/office/officeart/2005/8/layout/hierarchy3"/>
    <dgm:cxn modelId="{3918051A-54B2-2148-9CD6-56912DCECB9E}" type="presParOf" srcId="{EA611310-3964-E148-81E3-5F3B1607A7F4}" destId="{D6D7BC17-9F6F-6F4D-960E-041FBD4A860C}" srcOrd="2" destOrd="0" presId="urn:microsoft.com/office/officeart/2005/8/layout/hierarchy3"/>
    <dgm:cxn modelId="{E915349A-7B12-6E42-968D-7E4BAFC7AC76}" type="presParOf" srcId="{D6D7BC17-9F6F-6F4D-960E-041FBD4A860C}" destId="{F966361D-2757-ED4B-90C3-75ECA1B127A1}" srcOrd="0" destOrd="0" presId="urn:microsoft.com/office/officeart/2005/8/layout/hierarchy3"/>
    <dgm:cxn modelId="{1A975361-1E2D-FB44-8953-C68556B4D2DC}" type="presParOf" srcId="{F966361D-2757-ED4B-90C3-75ECA1B127A1}" destId="{8AD0DE6D-3144-C349-9006-0F4484C473D8}" srcOrd="0" destOrd="0" presId="urn:microsoft.com/office/officeart/2005/8/layout/hierarchy3"/>
    <dgm:cxn modelId="{ED131FBD-3666-3742-B252-4AA20C7837A3}" type="presParOf" srcId="{F966361D-2757-ED4B-90C3-75ECA1B127A1}" destId="{64AE1D93-79BE-0F47-8AB7-4A1715B33EAC}" srcOrd="1" destOrd="0" presId="urn:microsoft.com/office/officeart/2005/8/layout/hierarchy3"/>
    <dgm:cxn modelId="{B01FD220-D152-8144-9646-66C199586028}" type="presParOf" srcId="{D6D7BC17-9F6F-6F4D-960E-041FBD4A860C}" destId="{62876714-196B-904F-85A1-84724652BB1C}" srcOrd="1" destOrd="0" presId="urn:microsoft.com/office/officeart/2005/8/layout/hierarchy3"/>
    <dgm:cxn modelId="{964290C5-63F1-BE40-995C-58F557B76CAF}" type="presParOf" srcId="{62876714-196B-904F-85A1-84724652BB1C}" destId="{9CF89E99-CD1F-B24E-811B-7507A5D74359}" srcOrd="0" destOrd="0" presId="urn:microsoft.com/office/officeart/2005/8/layout/hierarchy3"/>
    <dgm:cxn modelId="{71E85A8F-DE2E-D642-B6BC-6C5A254B85C0}" type="presParOf" srcId="{62876714-196B-904F-85A1-84724652BB1C}" destId="{D466A13A-B233-0A4E-9934-80FFE631A78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3390A8-0F29-4161-AF97-F2863C76360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3932B8-3965-4E12-AEC2-F5C7907B1C92}">
      <dgm:prSet/>
      <dgm:spPr/>
      <dgm:t>
        <a:bodyPr/>
        <a:lstStyle/>
        <a:p>
          <a:r>
            <a:rPr lang="en-NL" b="1"/>
            <a:t>Three Agents</a:t>
          </a:r>
          <a:endParaRPr lang="en-US"/>
        </a:p>
      </dgm:t>
    </dgm:pt>
    <dgm:pt modelId="{8078E823-6EE4-45DA-B38E-769F5679361F}" type="parTrans" cxnId="{220B9DC8-CA34-40F0-9D3B-388BAFF83DBB}">
      <dgm:prSet/>
      <dgm:spPr/>
      <dgm:t>
        <a:bodyPr/>
        <a:lstStyle/>
        <a:p>
          <a:endParaRPr lang="en-US"/>
        </a:p>
      </dgm:t>
    </dgm:pt>
    <dgm:pt modelId="{C648B6B1-9BFC-49AF-AA55-DE02CE06634E}" type="sibTrans" cxnId="{220B9DC8-CA34-40F0-9D3B-388BAFF83DBB}">
      <dgm:prSet/>
      <dgm:spPr/>
      <dgm:t>
        <a:bodyPr/>
        <a:lstStyle/>
        <a:p>
          <a:endParaRPr lang="en-US"/>
        </a:p>
      </dgm:t>
    </dgm:pt>
    <dgm:pt modelId="{4474D713-4C2C-4C0B-801A-BF9D8C8CF4EE}">
      <dgm:prSet/>
      <dgm:spPr/>
      <dgm:t>
        <a:bodyPr/>
        <a:lstStyle/>
        <a:p>
          <a:r>
            <a:rPr lang="en-NL"/>
            <a:t>Planner</a:t>
          </a:r>
          <a:endParaRPr lang="en-US"/>
        </a:p>
      </dgm:t>
    </dgm:pt>
    <dgm:pt modelId="{C4669917-2BB8-4853-9C9A-E1405BEEBF04}" type="parTrans" cxnId="{31DB55B4-796B-4057-8927-F9E7203F9609}">
      <dgm:prSet/>
      <dgm:spPr/>
      <dgm:t>
        <a:bodyPr/>
        <a:lstStyle/>
        <a:p>
          <a:endParaRPr lang="en-US"/>
        </a:p>
      </dgm:t>
    </dgm:pt>
    <dgm:pt modelId="{0EFBEB7D-FDC5-4E4B-98C9-B2B7CA999714}" type="sibTrans" cxnId="{31DB55B4-796B-4057-8927-F9E7203F9609}">
      <dgm:prSet/>
      <dgm:spPr/>
      <dgm:t>
        <a:bodyPr/>
        <a:lstStyle/>
        <a:p>
          <a:endParaRPr lang="en-US"/>
        </a:p>
      </dgm:t>
    </dgm:pt>
    <dgm:pt modelId="{91085D56-FE4C-43D0-96CD-01A3ADE6E7FE}">
      <dgm:prSet/>
      <dgm:spPr/>
      <dgm:t>
        <a:bodyPr/>
        <a:lstStyle/>
        <a:p>
          <a:r>
            <a:rPr lang="en-NL"/>
            <a:t>Generator</a:t>
          </a:r>
          <a:endParaRPr lang="en-US"/>
        </a:p>
      </dgm:t>
    </dgm:pt>
    <dgm:pt modelId="{DCB866C6-5DE2-499C-91ED-5FC3BA7D7100}" type="parTrans" cxnId="{63FAF2FB-7ED5-4BB0-B97A-5D70D90286A2}">
      <dgm:prSet/>
      <dgm:spPr/>
      <dgm:t>
        <a:bodyPr/>
        <a:lstStyle/>
        <a:p>
          <a:endParaRPr lang="en-US"/>
        </a:p>
      </dgm:t>
    </dgm:pt>
    <dgm:pt modelId="{970F471B-5541-4E83-8C6F-BDDA731B3912}" type="sibTrans" cxnId="{63FAF2FB-7ED5-4BB0-B97A-5D70D90286A2}">
      <dgm:prSet/>
      <dgm:spPr/>
      <dgm:t>
        <a:bodyPr/>
        <a:lstStyle/>
        <a:p>
          <a:endParaRPr lang="en-US"/>
        </a:p>
      </dgm:t>
    </dgm:pt>
    <dgm:pt modelId="{57C0249D-B3C3-4012-AF74-BCB1F9D7826B}">
      <dgm:prSet/>
      <dgm:spPr/>
      <dgm:t>
        <a:bodyPr/>
        <a:lstStyle/>
        <a:p>
          <a:r>
            <a:rPr lang="en-NL"/>
            <a:t>Healer</a:t>
          </a:r>
          <a:endParaRPr lang="en-US"/>
        </a:p>
      </dgm:t>
    </dgm:pt>
    <dgm:pt modelId="{A37C139D-40BA-4780-9332-24945F6C16F4}" type="parTrans" cxnId="{DBB0FF6A-3507-4376-A851-F85B2047E63D}">
      <dgm:prSet/>
      <dgm:spPr/>
      <dgm:t>
        <a:bodyPr/>
        <a:lstStyle/>
        <a:p>
          <a:endParaRPr lang="en-US"/>
        </a:p>
      </dgm:t>
    </dgm:pt>
    <dgm:pt modelId="{AD9CB7B4-BEC9-4260-97AF-0FE808A5245F}" type="sibTrans" cxnId="{DBB0FF6A-3507-4376-A851-F85B2047E63D}">
      <dgm:prSet/>
      <dgm:spPr/>
      <dgm:t>
        <a:bodyPr/>
        <a:lstStyle/>
        <a:p>
          <a:endParaRPr lang="en-US"/>
        </a:p>
      </dgm:t>
    </dgm:pt>
    <dgm:pt modelId="{0738BC6D-8962-BB4C-9EF5-8AD71A038053}" type="pres">
      <dgm:prSet presAssocID="{3C3390A8-0F29-4161-AF97-F2863C7636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DDDB3A7-2753-3749-9833-BF01FEDB8481}" type="pres">
      <dgm:prSet presAssocID="{693932B8-3965-4E12-AEC2-F5C7907B1C92}" presName="hierRoot1" presStyleCnt="0"/>
      <dgm:spPr/>
    </dgm:pt>
    <dgm:pt modelId="{5F379EE9-375F-B945-9D0B-1893CF0B799E}" type="pres">
      <dgm:prSet presAssocID="{693932B8-3965-4E12-AEC2-F5C7907B1C92}" presName="composite" presStyleCnt="0"/>
      <dgm:spPr/>
    </dgm:pt>
    <dgm:pt modelId="{0C8FCF50-9565-EA4A-A632-99C0EA0B7636}" type="pres">
      <dgm:prSet presAssocID="{693932B8-3965-4E12-AEC2-F5C7907B1C92}" presName="background" presStyleLbl="node0" presStyleIdx="0" presStyleCnt="1"/>
      <dgm:spPr/>
    </dgm:pt>
    <dgm:pt modelId="{BD8443FE-F790-EA4B-851D-12F9CF8A90A8}" type="pres">
      <dgm:prSet presAssocID="{693932B8-3965-4E12-AEC2-F5C7907B1C92}" presName="text" presStyleLbl="fgAcc0" presStyleIdx="0" presStyleCnt="1">
        <dgm:presLayoutVars>
          <dgm:chPref val="3"/>
        </dgm:presLayoutVars>
      </dgm:prSet>
      <dgm:spPr/>
    </dgm:pt>
    <dgm:pt modelId="{936D8EAA-9C02-3146-AB41-A35526017A24}" type="pres">
      <dgm:prSet presAssocID="{693932B8-3965-4E12-AEC2-F5C7907B1C92}" presName="hierChild2" presStyleCnt="0"/>
      <dgm:spPr/>
    </dgm:pt>
    <dgm:pt modelId="{DF8A6AD7-CEED-984A-A0CC-A770B52FE7CB}" type="pres">
      <dgm:prSet presAssocID="{C4669917-2BB8-4853-9C9A-E1405BEEBF04}" presName="Name10" presStyleLbl="parChTrans1D2" presStyleIdx="0" presStyleCnt="3"/>
      <dgm:spPr/>
    </dgm:pt>
    <dgm:pt modelId="{E0EB441E-83B5-D34C-9E25-2D63F87AD7B3}" type="pres">
      <dgm:prSet presAssocID="{4474D713-4C2C-4C0B-801A-BF9D8C8CF4EE}" presName="hierRoot2" presStyleCnt="0"/>
      <dgm:spPr/>
    </dgm:pt>
    <dgm:pt modelId="{C211A4CF-502C-FF4E-9DD8-FE6CB0E280DE}" type="pres">
      <dgm:prSet presAssocID="{4474D713-4C2C-4C0B-801A-BF9D8C8CF4EE}" presName="composite2" presStyleCnt="0"/>
      <dgm:spPr/>
    </dgm:pt>
    <dgm:pt modelId="{CA96B4D2-A567-EE46-B9E8-330DCC7C3A41}" type="pres">
      <dgm:prSet presAssocID="{4474D713-4C2C-4C0B-801A-BF9D8C8CF4EE}" presName="background2" presStyleLbl="node2" presStyleIdx="0" presStyleCnt="3"/>
      <dgm:spPr/>
    </dgm:pt>
    <dgm:pt modelId="{DF210538-EAFC-6540-90D7-57E2084FD8DA}" type="pres">
      <dgm:prSet presAssocID="{4474D713-4C2C-4C0B-801A-BF9D8C8CF4EE}" presName="text2" presStyleLbl="fgAcc2" presStyleIdx="0" presStyleCnt="3">
        <dgm:presLayoutVars>
          <dgm:chPref val="3"/>
        </dgm:presLayoutVars>
      </dgm:prSet>
      <dgm:spPr/>
    </dgm:pt>
    <dgm:pt modelId="{A546D6E7-F447-A949-9821-CC9D3FA19B0A}" type="pres">
      <dgm:prSet presAssocID="{4474D713-4C2C-4C0B-801A-BF9D8C8CF4EE}" presName="hierChild3" presStyleCnt="0"/>
      <dgm:spPr/>
    </dgm:pt>
    <dgm:pt modelId="{D19E1C73-E405-E04D-93E6-0786D5276E02}" type="pres">
      <dgm:prSet presAssocID="{DCB866C6-5DE2-499C-91ED-5FC3BA7D7100}" presName="Name10" presStyleLbl="parChTrans1D2" presStyleIdx="1" presStyleCnt="3"/>
      <dgm:spPr/>
    </dgm:pt>
    <dgm:pt modelId="{6177360C-1CCF-0A42-B228-19AB0B3A031F}" type="pres">
      <dgm:prSet presAssocID="{91085D56-FE4C-43D0-96CD-01A3ADE6E7FE}" presName="hierRoot2" presStyleCnt="0"/>
      <dgm:spPr/>
    </dgm:pt>
    <dgm:pt modelId="{AD8592E2-1475-3840-A0B6-5D7E0A76B997}" type="pres">
      <dgm:prSet presAssocID="{91085D56-FE4C-43D0-96CD-01A3ADE6E7FE}" presName="composite2" presStyleCnt="0"/>
      <dgm:spPr/>
    </dgm:pt>
    <dgm:pt modelId="{FC1E912E-4092-4343-A5CC-F2F9C98241A5}" type="pres">
      <dgm:prSet presAssocID="{91085D56-FE4C-43D0-96CD-01A3ADE6E7FE}" presName="background2" presStyleLbl="node2" presStyleIdx="1" presStyleCnt="3"/>
      <dgm:spPr/>
    </dgm:pt>
    <dgm:pt modelId="{195F99C7-1D95-CE4D-8EE9-0B056E60C810}" type="pres">
      <dgm:prSet presAssocID="{91085D56-FE4C-43D0-96CD-01A3ADE6E7FE}" presName="text2" presStyleLbl="fgAcc2" presStyleIdx="1" presStyleCnt="3">
        <dgm:presLayoutVars>
          <dgm:chPref val="3"/>
        </dgm:presLayoutVars>
      </dgm:prSet>
      <dgm:spPr/>
    </dgm:pt>
    <dgm:pt modelId="{27C87E29-FD3A-FB4B-92D1-7DCECCC526E5}" type="pres">
      <dgm:prSet presAssocID="{91085D56-FE4C-43D0-96CD-01A3ADE6E7FE}" presName="hierChild3" presStyleCnt="0"/>
      <dgm:spPr/>
    </dgm:pt>
    <dgm:pt modelId="{04DE8FC4-2B5A-8B4C-B3B1-0DA8BDB51D1E}" type="pres">
      <dgm:prSet presAssocID="{A37C139D-40BA-4780-9332-24945F6C16F4}" presName="Name10" presStyleLbl="parChTrans1D2" presStyleIdx="2" presStyleCnt="3"/>
      <dgm:spPr/>
    </dgm:pt>
    <dgm:pt modelId="{007C46EC-1630-5846-8613-AC16A6ADEC22}" type="pres">
      <dgm:prSet presAssocID="{57C0249D-B3C3-4012-AF74-BCB1F9D7826B}" presName="hierRoot2" presStyleCnt="0"/>
      <dgm:spPr/>
    </dgm:pt>
    <dgm:pt modelId="{7E5356C9-2E40-5D49-81E6-E2F407E8B6FA}" type="pres">
      <dgm:prSet presAssocID="{57C0249D-B3C3-4012-AF74-BCB1F9D7826B}" presName="composite2" presStyleCnt="0"/>
      <dgm:spPr/>
    </dgm:pt>
    <dgm:pt modelId="{E83F434D-71E6-CE4E-AEB9-45B0F065C986}" type="pres">
      <dgm:prSet presAssocID="{57C0249D-B3C3-4012-AF74-BCB1F9D7826B}" presName="background2" presStyleLbl="node2" presStyleIdx="2" presStyleCnt="3"/>
      <dgm:spPr/>
    </dgm:pt>
    <dgm:pt modelId="{07ED3721-DD68-3B4C-9A8F-CBE9FB3083F1}" type="pres">
      <dgm:prSet presAssocID="{57C0249D-B3C3-4012-AF74-BCB1F9D7826B}" presName="text2" presStyleLbl="fgAcc2" presStyleIdx="2" presStyleCnt="3">
        <dgm:presLayoutVars>
          <dgm:chPref val="3"/>
        </dgm:presLayoutVars>
      </dgm:prSet>
      <dgm:spPr/>
    </dgm:pt>
    <dgm:pt modelId="{B36C7CFD-AD12-2C46-8649-1FAADC547CF5}" type="pres">
      <dgm:prSet presAssocID="{57C0249D-B3C3-4012-AF74-BCB1F9D7826B}" presName="hierChild3" presStyleCnt="0"/>
      <dgm:spPr/>
    </dgm:pt>
  </dgm:ptLst>
  <dgm:cxnLst>
    <dgm:cxn modelId="{76B5651E-5145-074C-849B-10658D157DD9}" type="presOf" srcId="{693932B8-3965-4E12-AEC2-F5C7907B1C92}" destId="{BD8443FE-F790-EA4B-851D-12F9CF8A90A8}" srcOrd="0" destOrd="0" presId="urn:microsoft.com/office/officeart/2005/8/layout/hierarchy1"/>
    <dgm:cxn modelId="{D91AA041-B559-B54F-908C-8FEFBA71E782}" type="presOf" srcId="{4474D713-4C2C-4C0B-801A-BF9D8C8CF4EE}" destId="{DF210538-EAFC-6540-90D7-57E2084FD8DA}" srcOrd="0" destOrd="0" presId="urn:microsoft.com/office/officeart/2005/8/layout/hierarchy1"/>
    <dgm:cxn modelId="{85ADE061-3407-F54E-9FEB-7012D3C0975D}" type="presOf" srcId="{91085D56-FE4C-43D0-96CD-01A3ADE6E7FE}" destId="{195F99C7-1D95-CE4D-8EE9-0B056E60C810}" srcOrd="0" destOrd="0" presId="urn:microsoft.com/office/officeart/2005/8/layout/hierarchy1"/>
    <dgm:cxn modelId="{DBB0FF6A-3507-4376-A851-F85B2047E63D}" srcId="{693932B8-3965-4E12-AEC2-F5C7907B1C92}" destId="{57C0249D-B3C3-4012-AF74-BCB1F9D7826B}" srcOrd="2" destOrd="0" parTransId="{A37C139D-40BA-4780-9332-24945F6C16F4}" sibTransId="{AD9CB7B4-BEC9-4260-97AF-0FE808A5245F}"/>
    <dgm:cxn modelId="{BCFBEE80-CC0D-B54C-B2C1-1832623A97C7}" type="presOf" srcId="{C4669917-2BB8-4853-9C9A-E1405BEEBF04}" destId="{DF8A6AD7-CEED-984A-A0CC-A770B52FE7CB}" srcOrd="0" destOrd="0" presId="urn:microsoft.com/office/officeart/2005/8/layout/hierarchy1"/>
    <dgm:cxn modelId="{C8B332B2-BA74-DF40-96CD-69745FF01661}" type="presOf" srcId="{A37C139D-40BA-4780-9332-24945F6C16F4}" destId="{04DE8FC4-2B5A-8B4C-B3B1-0DA8BDB51D1E}" srcOrd="0" destOrd="0" presId="urn:microsoft.com/office/officeart/2005/8/layout/hierarchy1"/>
    <dgm:cxn modelId="{31DB55B4-796B-4057-8927-F9E7203F9609}" srcId="{693932B8-3965-4E12-AEC2-F5C7907B1C92}" destId="{4474D713-4C2C-4C0B-801A-BF9D8C8CF4EE}" srcOrd="0" destOrd="0" parTransId="{C4669917-2BB8-4853-9C9A-E1405BEEBF04}" sibTransId="{0EFBEB7D-FDC5-4E4B-98C9-B2B7CA999714}"/>
    <dgm:cxn modelId="{2F597AB9-BFA3-5D4C-9965-5C826CC7F587}" type="presOf" srcId="{3C3390A8-0F29-4161-AF97-F2863C763609}" destId="{0738BC6D-8962-BB4C-9EF5-8AD71A038053}" srcOrd="0" destOrd="0" presId="urn:microsoft.com/office/officeart/2005/8/layout/hierarchy1"/>
    <dgm:cxn modelId="{220B9DC8-CA34-40F0-9D3B-388BAFF83DBB}" srcId="{3C3390A8-0F29-4161-AF97-F2863C763609}" destId="{693932B8-3965-4E12-AEC2-F5C7907B1C92}" srcOrd="0" destOrd="0" parTransId="{8078E823-6EE4-45DA-B38E-769F5679361F}" sibTransId="{C648B6B1-9BFC-49AF-AA55-DE02CE06634E}"/>
    <dgm:cxn modelId="{1FB684E0-62A3-1E4A-BA1D-4E7C0D4508BE}" type="presOf" srcId="{DCB866C6-5DE2-499C-91ED-5FC3BA7D7100}" destId="{D19E1C73-E405-E04D-93E6-0786D5276E02}" srcOrd="0" destOrd="0" presId="urn:microsoft.com/office/officeart/2005/8/layout/hierarchy1"/>
    <dgm:cxn modelId="{63FAF2FB-7ED5-4BB0-B97A-5D70D90286A2}" srcId="{693932B8-3965-4E12-AEC2-F5C7907B1C92}" destId="{91085D56-FE4C-43D0-96CD-01A3ADE6E7FE}" srcOrd="1" destOrd="0" parTransId="{DCB866C6-5DE2-499C-91ED-5FC3BA7D7100}" sibTransId="{970F471B-5541-4E83-8C6F-BDDA731B3912}"/>
    <dgm:cxn modelId="{E1680EFE-9AA6-374B-A2E7-11B4D18D8F21}" type="presOf" srcId="{57C0249D-B3C3-4012-AF74-BCB1F9D7826B}" destId="{07ED3721-DD68-3B4C-9A8F-CBE9FB3083F1}" srcOrd="0" destOrd="0" presId="urn:microsoft.com/office/officeart/2005/8/layout/hierarchy1"/>
    <dgm:cxn modelId="{0B279DE4-C64D-EB41-AA00-FBC0C43EDBBA}" type="presParOf" srcId="{0738BC6D-8962-BB4C-9EF5-8AD71A038053}" destId="{DDDDB3A7-2753-3749-9833-BF01FEDB8481}" srcOrd="0" destOrd="0" presId="urn:microsoft.com/office/officeart/2005/8/layout/hierarchy1"/>
    <dgm:cxn modelId="{E7E54D01-8CAD-114D-8FC7-5502BBCF8355}" type="presParOf" srcId="{DDDDB3A7-2753-3749-9833-BF01FEDB8481}" destId="{5F379EE9-375F-B945-9D0B-1893CF0B799E}" srcOrd="0" destOrd="0" presId="urn:microsoft.com/office/officeart/2005/8/layout/hierarchy1"/>
    <dgm:cxn modelId="{CAB6FCF2-6DC8-E045-8E63-65D2654C7C5E}" type="presParOf" srcId="{5F379EE9-375F-B945-9D0B-1893CF0B799E}" destId="{0C8FCF50-9565-EA4A-A632-99C0EA0B7636}" srcOrd="0" destOrd="0" presId="urn:microsoft.com/office/officeart/2005/8/layout/hierarchy1"/>
    <dgm:cxn modelId="{B1C6EF49-E98C-2544-A491-954D950739C1}" type="presParOf" srcId="{5F379EE9-375F-B945-9D0B-1893CF0B799E}" destId="{BD8443FE-F790-EA4B-851D-12F9CF8A90A8}" srcOrd="1" destOrd="0" presId="urn:microsoft.com/office/officeart/2005/8/layout/hierarchy1"/>
    <dgm:cxn modelId="{88C8D4C5-758C-064B-AAC1-ECCF0CC43FCD}" type="presParOf" srcId="{DDDDB3A7-2753-3749-9833-BF01FEDB8481}" destId="{936D8EAA-9C02-3146-AB41-A35526017A24}" srcOrd="1" destOrd="0" presId="urn:microsoft.com/office/officeart/2005/8/layout/hierarchy1"/>
    <dgm:cxn modelId="{4E6C2C14-6780-1146-B647-AB328BA89EA7}" type="presParOf" srcId="{936D8EAA-9C02-3146-AB41-A35526017A24}" destId="{DF8A6AD7-CEED-984A-A0CC-A770B52FE7CB}" srcOrd="0" destOrd="0" presId="urn:microsoft.com/office/officeart/2005/8/layout/hierarchy1"/>
    <dgm:cxn modelId="{035C29BC-7455-924D-81E4-78A526007B25}" type="presParOf" srcId="{936D8EAA-9C02-3146-AB41-A35526017A24}" destId="{E0EB441E-83B5-D34C-9E25-2D63F87AD7B3}" srcOrd="1" destOrd="0" presId="urn:microsoft.com/office/officeart/2005/8/layout/hierarchy1"/>
    <dgm:cxn modelId="{9593FC98-B8B3-1647-8751-97CA59D1C3F5}" type="presParOf" srcId="{E0EB441E-83B5-D34C-9E25-2D63F87AD7B3}" destId="{C211A4CF-502C-FF4E-9DD8-FE6CB0E280DE}" srcOrd="0" destOrd="0" presId="urn:microsoft.com/office/officeart/2005/8/layout/hierarchy1"/>
    <dgm:cxn modelId="{3451448F-241A-A145-8E1A-216108ACAA01}" type="presParOf" srcId="{C211A4CF-502C-FF4E-9DD8-FE6CB0E280DE}" destId="{CA96B4D2-A567-EE46-B9E8-330DCC7C3A41}" srcOrd="0" destOrd="0" presId="urn:microsoft.com/office/officeart/2005/8/layout/hierarchy1"/>
    <dgm:cxn modelId="{42C7085A-ABEC-F043-B02E-E1E204FBAC14}" type="presParOf" srcId="{C211A4CF-502C-FF4E-9DD8-FE6CB0E280DE}" destId="{DF210538-EAFC-6540-90D7-57E2084FD8DA}" srcOrd="1" destOrd="0" presId="urn:microsoft.com/office/officeart/2005/8/layout/hierarchy1"/>
    <dgm:cxn modelId="{3EB242C5-C67E-0E49-A6B1-4458DFA0EBCD}" type="presParOf" srcId="{E0EB441E-83B5-D34C-9E25-2D63F87AD7B3}" destId="{A546D6E7-F447-A949-9821-CC9D3FA19B0A}" srcOrd="1" destOrd="0" presId="urn:microsoft.com/office/officeart/2005/8/layout/hierarchy1"/>
    <dgm:cxn modelId="{352B2914-B910-8C49-8DF7-6B809887A385}" type="presParOf" srcId="{936D8EAA-9C02-3146-AB41-A35526017A24}" destId="{D19E1C73-E405-E04D-93E6-0786D5276E02}" srcOrd="2" destOrd="0" presId="urn:microsoft.com/office/officeart/2005/8/layout/hierarchy1"/>
    <dgm:cxn modelId="{6E6180E6-E583-9344-8BD8-E57384CB6569}" type="presParOf" srcId="{936D8EAA-9C02-3146-AB41-A35526017A24}" destId="{6177360C-1CCF-0A42-B228-19AB0B3A031F}" srcOrd="3" destOrd="0" presId="urn:microsoft.com/office/officeart/2005/8/layout/hierarchy1"/>
    <dgm:cxn modelId="{207AF7FB-12DB-6B45-97FD-24E641BF2494}" type="presParOf" srcId="{6177360C-1CCF-0A42-B228-19AB0B3A031F}" destId="{AD8592E2-1475-3840-A0B6-5D7E0A76B997}" srcOrd="0" destOrd="0" presId="urn:microsoft.com/office/officeart/2005/8/layout/hierarchy1"/>
    <dgm:cxn modelId="{5760138D-3100-B64F-A709-B4EA6B9DB65B}" type="presParOf" srcId="{AD8592E2-1475-3840-A0B6-5D7E0A76B997}" destId="{FC1E912E-4092-4343-A5CC-F2F9C98241A5}" srcOrd="0" destOrd="0" presId="urn:microsoft.com/office/officeart/2005/8/layout/hierarchy1"/>
    <dgm:cxn modelId="{7DC2F976-CA4A-514D-9554-A03C34A99CA2}" type="presParOf" srcId="{AD8592E2-1475-3840-A0B6-5D7E0A76B997}" destId="{195F99C7-1D95-CE4D-8EE9-0B056E60C810}" srcOrd="1" destOrd="0" presId="urn:microsoft.com/office/officeart/2005/8/layout/hierarchy1"/>
    <dgm:cxn modelId="{79AD5934-2F36-5E43-AC68-4FCE09FEDFA8}" type="presParOf" srcId="{6177360C-1CCF-0A42-B228-19AB0B3A031F}" destId="{27C87E29-FD3A-FB4B-92D1-7DCECCC526E5}" srcOrd="1" destOrd="0" presId="urn:microsoft.com/office/officeart/2005/8/layout/hierarchy1"/>
    <dgm:cxn modelId="{F06F0C3A-183C-5D49-9446-867955CF67E7}" type="presParOf" srcId="{936D8EAA-9C02-3146-AB41-A35526017A24}" destId="{04DE8FC4-2B5A-8B4C-B3B1-0DA8BDB51D1E}" srcOrd="4" destOrd="0" presId="urn:microsoft.com/office/officeart/2005/8/layout/hierarchy1"/>
    <dgm:cxn modelId="{2CB8637C-394C-3946-9588-CEA40F5B496E}" type="presParOf" srcId="{936D8EAA-9C02-3146-AB41-A35526017A24}" destId="{007C46EC-1630-5846-8613-AC16A6ADEC22}" srcOrd="5" destOrd="0" presId="urn:microsoft.com/office/officeart/2005/8/layout/hierarchy1"/>
    <dgm:cxn modelId="{ECED3588-5A4F-9C46-B581-99225826E1FC}" type="presParOf" srcId="{007C46EC-1630-5846-8613-AC16A6ADEC22}" destId="{7E5356C9-2E40-5D49-81E6-E2F407E8B6FA}" srcOrd="0" destOrd="0" presId="urn:microsoft.com/office/officeart/2005/8/layout/hierarchy1"/>
    <dgm:cxn modelId="{ED4AE040-7BC0-F546-8682-788B4DF5C276}" type="presParOf" srcId="{7E5356C9-2E40-5D49-81E6-E2F407E8B6FA}" destId="{E83F434D-71E6-CE4E-AEB9-45B0F065C986}" srcOrd="0" destOrd="0" presId="urn:microsoft.com/office/officeart/2005/8/layout/hierarchy1"/>
    <dgm:cxn modelId="{D0EFEA58-5602-FF47-8770-86D5C7A273C2}" type="presParOf" srcId="{7E5356C9-2E40-5D49-81E6-E2F407E8B6FA}" destId="{07ED3721-DD68-3B4C-9A8F-CBE9FB3083F1}" srcOrd="1" destOrd="0" presId="urn:microsoft.com/office/officeart/2005/8/layout/hierarchy1"/>
    <dgm:cxn modelId="{968D7BAC-83A0-7C4D-9B97-22CD83E5FE3A}" type="presParOf" srcId="{007C46EC-1630-5846-8613-AC16A6ADEC22}" destId="{B36C7CFD-AD12-2C46-8649-1FAADC547C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8766B-2557-F14A-9748-8C544EC70FED}">
      <dsp:nvSpPr>
        <dsp:cNvPr id="0" name=""/>
        <dsp:cNvSpPr/>
      </dsp:nvSpPr>
      <dsp:spPr>
        <a:xfrm>
          <a:off x="472505" y="2282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700" kern="1200"/>
            <a:t>What is Playwright</a:t>
          </a:r>
          <a:endParaRPr lang="en-US" sz="2700" kern="1200"/>
        </a:p>
      </dsp:txBody>
      <dsp:txXfrm>
        <a:off x="472505" y="2282"/>
        <a:ext cx="2724677" cy="1634806"/>
      </dsp:txXfrm>
    </dsp:sp>
    <dsp:sp modelId="{54C74A11-C9E1-9746-AA25-34024D2DEB7D}">
      <dsp:nvSpPr>
        <dsp:cNvPr id="0" name=""/>
        <dsp:cNvSpPr/>
      </dsp:nvSpPr>
      <dsp:spPr>
        <a:xfrm>
          <a:off x="3469650" y="2282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700" kern="1200"/>
            <a:t>Why Playwright</a:t>
          </a:r>
          <a:endParaRPr lang="en-US" sz="2700" kern="1200"/>
        </a:p>
      </dsp:txBody>
      <dsp:txXfrm>
        <a:off x="3469650" y="2282"/>
        <a:ext cx="2724677" cy="1634806"/>
      </dsp:txXfrm>
    </dsp:sp>
    <dsp:sp modelId="{4FE7C409-CBB6-304C-B155-4816005E4ADB}">
      <dsp:nvSpPr>
        <dsp:cNvPr id="0" name=""/>
        <dsp:cNvSpPr/>
      </dsp:nvSpPr>
      <dsp:spPr>
        <a:xfrm>
          <a:off x="472505" y="1909556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700" kern="1200"/>
            <a:t>Setup environment</a:t>
          </a:r>
          <a:endParaRPr lang="en-US" sz="2700" kern="1200"/>
        </a:p>
      </dsp:txBody>
      <dsp:txXfrm>
        <a:off x="472505" y="1909556"/>
        <a:ext cx="2724677" cy="1634806"/>
      </dsp:txXfrm>
    </dsp:sp>
    <dsp:sp modelId="{3C936BE6-BB5A-714E-BBBF-9018584FD12C}">
      <dsp:nvSpPr>
        <dsp:cNvPr id="0" name=""/>
        <dsp:cNvSpPr/>
      </dsp:nvSpPr>
      <dsp:spPr>
        <a:xfrm>
          <a:off x="3469650" y="1909556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700" kern="1200"/>
            <a:t>Demo: My first automation </a:t>
          </a:r>
          <a:endParaRPr lang="en-US" sz="2700" kern="1200"/>
        </a:p>
      </dsp:txBody>
      <dsp:txXfrm>
        <a:off x="3469650" y="1909556"/>
        <a:ext cx="2724677" cy="1634806"/>
      </dsp:txXfrm>
    </dsp:sp>
    <dsp:sp modelId="{2E09FDBA-E82F-C54D-B275-027C21EE5B6C}">
      <dsp:nvSpPr>
        <dsp:cNvPr id="0" name=""/>
        <dsp:cNvSpPr/>
      </dsp:nvSpPr>
      <dsp:spPr>
        <a:xfrm>
          <a:off x="472505" y="3816830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700" kern="1200"/>
            <a:t>Demo: Automate using codegen</a:t>
          </a:r>
          <a:endParaRPr lang="en-US" sz="2700" kern="1200"/>
        </a:p>
      </dsp:txBody>
      <dsp:txXfrm>
        <a:off x="472505" y="3816830"/>
        <a:ext cx="2724677" cy="1634806"/>
      </dsp:txXfrm>
    </dsp:sp>
    <dsp:sp modelId="{18913F5F-7C1C-B843-B138-415C01E19524}">
      <dsp:nvSpPr>
        <dsp:cNvPr id="0" name=""/>
        <dsp:cNvSpPr/>
      </dsp:nvSpPr>
      <dsp:spPr>
        <a:xfrm>
          <a:off x="3469650" y="3816830"/>
          <a:ext cx="2724677" cy="1634806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700" kern="1200"/>
            <a:t>Demo: Using agents automate entire webapp</a:t>
          </a:r>
          <a:endParaRPr lang="en-US" sz="2700" kern="1200"/>
        </a:p>
      </dsp:txBody>
      <dsp:txXfrm>
        <a:off x="3469650" y="3816830"/>
        <a:ext cx="2724677" cy="16348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0C4AC-6120-5C4E-9171-9D819548552B}">
      <dsp:nvSpPr>
        <dsp:cNvPr id="0" name=""/>
        <dsp:cNvSpPr/>
      </dsp:nvSpPr>
      <dsp:spPr>
        <a:xfrm>
          <a:off x="0" y="105951"/>
          <a:ext cx="6666833" cy="10069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is an open-source framework for reliable end-to-end testing for modern web apps. released in 2020</a:t>
          </a:r>
          <a:endParaRPr lang="en-US" sz="1800" kern="1200"/>
        </a:p>
      </dsp:txBody>
      <dsp:txXfrm>
        <a:off x="49154" y="155105"/>
        <a:ext cx="6568525" cy="908623"/>
      </dsp:txXfrm>
    </dsp:sp>
    <dsp:sp modelId="{832F935F-D1AC-8740-AD57-431461FE9CC6}">
      <dsp:nvSpPr>
        <dsp:cNvPr id="0" name=""/>
        <dsp:cNvSpPr/>
      </dsp:nvSpPr>
      <dsp:spPr>
        <a:xfrm>
          <a:off x="0" y="1164723"/>
          <a:ext cx="6666833" cy="1006931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Playwright is a robust testing and automation framework developed by Microsoft</a:t>
          </a:r>
          <a:endParaRPr lang="en-US" sz="1800" kern="1200"/>
        </a:p>
      </dsp:txBody>
      <dsp:txXfrm>
        <a:off x="49154" y="1213877"/>
        <a:ext cx="6568525" cy="908623"/>
      </dsp:txXfrm>
    </dsp:sp>
    <dsp:sp modelId="{3CFFE3FB-AF5B-C74C-A309-C537D7ED7290}">
      <dsp:nvSpPr>
        <dsp:cNvPr id="0" name=""/>
        <dsp:cNvSpPr/>
      </dsp:nvSpPr>
      <dsp:spPr>
        <a:xfrm>
          <a:off x="0" y="2223494"/>
          <a:ext cx="6666833" cy="1006931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Quickly gained popularity among testers due to its powerful features, ease of use</a:t>
          </a:r>
          <a:endParaRPr lang="en-US" sz="1800" kern="1200"/>
        </a:p>
      </dsp:txBody>
      <dsp:txXfrm>
        <a:off x="49154" y="2272648"/>
        <a:ext cx="6568525" cy="908623"/>
      </dsp:txXfrm>
    </dsp:sp>
    <dsp:sp modelId="{D8FCE83C-01FB-7E43-B8BC-799C17543BB0}">
      <dsp:nvSpPr>
        <dsp:cNvPr id="0" name=""/>
        <dsp:cNvSpPr/>
      </dsp:nvSpPr>
      <dsp:spPr>
        <a:xfrm>
          <a:off x="0" y="3282265"/>
          <a:ext cx="6666833" cy="1006931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Playwright operates by leveraging the underlying browser protocols directly, Unlike traditional WebDriver-based tools like Selenium. Due to which it is faster and more reliable.</a:t>
          </a:r>
          <a:endParaRPr lang="en-US" sz="1800" kern="1200"/>
        </a:p>
      </dsp:txBody>
      <dsp:txXfrm>
        <a:off x="49154" y="3331419"/>
        <a:ext cx="6568525" cy="908623"/>
      </dsp:txXfrm>
    </dsp:sp>
    <dsp:sp modelId="{EAC639BE-D5AC-A644-90FB-8D2C656A501C}">
      <dsp:nvSpPr>
        <dsp:cNvPr id="0" name=""/>
        <dsp:cNvSpPr/>
      </dsp:nvSpPr>
      <dsp:spPr>
        <a:xfrm>
          <a:off x="0" y="4341036"/>
          <a:ext cx="6666833" cy="1006931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Features like automatic waiting, full test isolation, and robust handling of complex web elements like iframes and Shadow DOM.</a:t>
          </a:r>
          <a:endParaRPr lang="en-US" sz="1800" kern="1200"/>
        </a:p>
      </dsp:txBody>
      <dsp:txXfrm>
        <a:off x="49154" y="4390190"/>
        <a:ext cx="6568525" cy="9086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633F42-7569-D54C-992A-356036D0D1AE}">
      <dsp:nvSpPr>
        <dsp:cNvPr id="0" name=""/>
        <dsp:cNvSpPr/>
      </dsp:nvSpPr>
      <dsp:spPr>
        <a:xfrm>
          <a:off x="0" y="733716"/>
          <a:ext cx="6364224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752F9-397A-EE4E-9DA1-4417A84C7C66}">
      <dsp:nvSpPr>
        <dsp:cNvPr id="0" name=""/>
        <dsp:cNvSpPr/>
      </dsp:nvSpPr>
      <dsp:spPr>
        <a:xfrm>
          <a:off x="318211" y="143316"/>
          <a:ext cx="4454956" cy="11807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4000" kern="1200"/>
            <a:t>node</a:t>
          </a:r>
          <a:endParaRPr lang="en-US" sz="4000" kern="1200"/>
        </a:p>
      </dsp:txBody>
      <dsp:txXfrm>
        <a:off x="375853" y="200958"/>
        <a:ext cx="4339672" cy="1065515"/>
      </dsp:txXfrm>
    </dsp:sp>
    <dsp:sp modelId="{1A4F1780-3D12-764E-B262-147C8455257D}">
      <dsp:nvSpPr>
        <dsp:cNvPr id="0" name=""/>
        <dsp:cNvSpPr/>
      </dsp:nvSpPr>
      <dsp:spPr>
        <a:xfrm>
          <a:off x="0" y="2548116"/>
          <a:ext cx="6364224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9E970-E19E-DE44-9953-3E0436AEA93E}">
      <dsp:nvSpPr>
        <dsp:cNvPr id="0" name=""/>
        <dsp:cNvSpPr/>
      </dsp:nvSpPr>
      <dsp:spPr>
        <a:xfrm>
          <a:off x="318211" y="1957716"/>
          <a:ext cx="4454956" cy="1180799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4000" kern="1200"/>
            <a:t>npm</a:t>
          </a:r>
          <a:endParaRPr lang="en-US" sz="4000" kern="1200"/>
        </a:p>
      </dsp:txBody>
      <dsp:txXfrm>
        <a:off x="375853" y="2015358"/>
        <a:ext cx="4339672" cy="1065515"/>
      </dsp:txXfrm>
    </dsp:sp>
    <dsp:sp modelId="{EB2D1D02-A931-9641-8509-9EB588E4918B}">
      <dsp:nvSpPr>
        <dsp:cNvPr id="0" name=""/>
        <dsp:cNvSpPr/>
      </dsp:nvSpPr>
      <dsp:spPr>
        <a:xfrm>
          <a:off x="0" y="4362515"/>
          <a:ext cx="6364224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FB18E-3BA2-1B46-858A-5ABDC9A82EAE}">
      <dsp:nvSpPr>
        <dsp:cNvPr id="0" name=""/>
        <dsp:cNvSpPr/>
      </dsp:nvSpPr>
      <dsp:spPr>
        <a:xfrm>
          <a:off x="318211" y="3772116"/>
          <a:ext cx="4454956" cy="118079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4000" kern="1200"/>
            <a:t>VS code (optional)</a:t>
          </a:r>
          <a:endParaRPr lang="en-US" sz="4000" kern="1200"/>
        </a:p>
      </dsp:txBody>
      <dsp:txXfrm>
        <a:off x="375853" y="3829758"/>
        <a:ext cx="4339672" cy="10655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0B6F7-7ADF-964B-BA78-A95D3AE87B6D}">
      <dsp:nvSpPr>
        <dsp:cNvPr id="0" name=""/>
        <dsp:cNvSpPr/>
      </dsp:nvSpPr>
      <dsp:spPr>
        <a:xfrm>
          <a:off x="0" y="68076"/>
          <a:ext cx="6364224" cy="687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npm init playwright@latest</a:t>
          </a:r>
          <a:endParaRPr lang="en-US" sz="2800" kern="1200"/>
        </a:p>
      </dsp:txBody>
      <dsp:txXfrm>
        <a:off x="33583" y="101659"/>
        <a:ext cx="6297058" cy="620794"/>
      </dsp:txXfrm>
    </dsp:sp>
    <dsp:sp modelId="{20C95EE1-18A0-FA4B-97D9-F03B01AB0AF6}">
      <dsp:nvSpPr>
        <dsp:cNvPr id="0" name=""/>
        <dsp:cNvSpPr/>
      </dsp:nvSpPr>
      <dsp:spPr>
        <a:xfrm>
          <a:off x="0" y="836676"/>
          <a:ext cx="6364224" cy="68796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npx playwright test</a:t>
          </a:r>
          <a:endParaRPr lang="en-US" sz="2800" kern="1200"/>
        </a:p>
      </dsp:txBody>
      <dsp:txXfrm>
        <a:off x="33583" y="870259"/>
        <a:ext cx="6297058" cy="620794"/>
      </dsp:txXfrm>
    </dsp:sp>
    <dsp:sp modelId="{CDD03985-B1FF-8B4E-B7C4-458C0EC1A995}">
      <dsp:nvSpPr>
        <dsp:cNvPr id="0" name=""/>
        <dsp:cNvSpPr/>
      </dsp:nvSpPr>
      <dsp:spPr>
        <a:xfrm>
          <a:off x="0" y="1605276"/>
          <a:ext cx="6364224" cy="68796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npx playwright show-report</a:t>
          </a:r>
          <a:endParaRPr lang="en-US" sz="2800" kern="1200"/>
        </a:p>
      </dsp:txBody>
      <dsp:txXfrm>
        <a:off x="33583" y="1638859"/>
        <a:ext cx="6297058" cy="620794"/>
      </dsp:txXfrm>
    </dsp:sp>
    <dsp:sp modelId="{68858A5D-5E83-E644-B0B9-6807927A225E}">
      <dsp:nvSpPr>
        <dsp:cNvPr id="0" name=""/>
        <dsp:cNvSpPr/>
      </dsp:nvSpPr>
      <dsp:spPr>
        <a:xfrm>
          <a:off x="0" y="2373876"/>
          <a:ext cx="6364224" cy="68796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npx playwright test --project chromium</a:t>
          </a:r>
          <a:endParaRPr lang="en-US" sz="2800" kern="1200"/>
        </a:p>
      </dsp:txBody>
      <dsp:txXfrm>
        <a:off x="33583" y="2407459"/>
        <a:ext cx="6297058" cy="620794"/>
      </dsp:txXfrm>
    </dsp:sp>
    <dsp:sp modelId="{1FD6F684-CBB5-4F40-ADAE-90CAB1AD7B7C}">
      <dsp:nvSpPr>
        <dsp:cNvPr id="0" name=""/>
        <dsp:cNvSpPr/>
      </dsp:nvSpPr>
      <dsp:spPr>
        <a:xfrm>
          <a:off x="0" y="3142476"/>
          <a:ext cx="6364224" cy="68796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report</a:t>
          </a:r>
          <a:endParaRPr lang="en-US" sz="2800" kern="1200"/>
        </a:p>
      </dsp:txBody>
      <dsp:txXfrm>
        <a:off x="33583" y="3176059"/>
        <a:ext cx="6297058" cy="620794"/>
      </dsp:txXfrm>
    </dsp:sp>
    <dsp:sp modelId="{4429F3E6-8F29-0A44-A934-2A51B04E81C6}">
      <dsp:nvSpPr>
        <dsp:cNvPr id="0" name=""/>
        <dsp:cNvSpPr/>
      </dsp:nvSpPr>
      <dsp:spPr>
        <a:xfrm>
          <a:off x="0" y="3830436"/>
          <a:ext cx="6364224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npx playwright test --reporter=line/list/dot/html</a:t>
          </a:r>
          <a:endParaRPr lang="en-US" sz="2200" kern="1200"/>
        </a:p>
      </dsp:txBody>
      <dsp:txXfrm>
        <a:off x="0" y="3830436"/>
        <a:ext cx="6364224" cy="463680"/>
      </dsp:txXfrm>
    </dsp:sp>
    <dsp:sp modelId="{53721FC3-75B8-7E4D-9510-A2FAFA06D041}">
      <dsp:nvSpPr>
        <dsp:cNvPr id="0" name=""/>
        <dsp:cNvSpPr/>
      </dsp:nvSpPr>
      <dsp:spPr>
        <a:xfrm>
          <a:off x="0" y="4294116"/>
          <a:ext cx="6364224" cy="687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trace</a:t>
          </a:r>
          <a:endParaRPr lang="en-US" sz="2800" kern="1200"/>
        </a:p>
      </dsp:txBody>
      <dsp:txXfrm>
        <a:off x="33583" y="4327699"/>
        <a:ext cx="6297058" cy="620794"/>
      </dsp:txXfrm>
    </dsp:sp>
    <dsp:sp modelId="{B9C8BFAE-1509-1E4E-A5FD-EDA6233FA53C}">
      <dsp:nvSpPr>
        <dsp:cNvPr id="0" name=""/>
        <dsp:cNvSpPr/>
      </dsp:nvSpPr>
      <dsp:spPr>
        <a:xfrm>
          <a:off x="0" y="4982076"/>
          <a:ext cx="6364224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npx playwright test --trace on</a:t>
          </a:r>
          <a:endParaRPr lang="en-US" sz="2200" kern="1200"/>
        </a:p>
      </dsp:txBody>
      <dsp:txXfrm>
        <a:off x="0" y="4982076"/>
        <a:ext cx="6364224" cy="4636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FDE59-4EAE-406C-A88E-2B0BE44B3D89}">
      <dsp:nvSpPr>
        <dsp:cNvPr id="0" name=""/>
        <dsp:cNvSpPr/>
      </dsp:nvSpPr>
      <dsp:spPr>
        <a:xfrm>
          <a:off x="4491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89F37-61EA-4605-852C-1FF6C289522D}">
      <dsp:nvSpPr>
        <dsp:cNvPr id="0" name=""/>
        <dsp:cNvSpPr/>
      </dsp:nvSpPr>
      <dsp:spPr>
        <a:xfrm>
          <a:off x="3303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Congratulations! You successfully installed Playwright and ran the example test</a:t>
          </a:r>
          <a:endParaRPr lang="en-US" sz="1800" kern="1200"/>
        </a:p>
      </dsp:txBody>
      <dsp:txXfrm>
        <a:off x="3303914" y="2943510"/>
        <a:ext cx="432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F4AD5-D897-584A-9623-EEC0CBB71488}">
      <dsp:nvSpPr>
        <dsp:cNvPr id="0" name=""/>
        <dsp:cNvSpPr/>
      </dsp:nvSpPr>
      <dsp:spPr>
        <a:xfrm>
          <a:off x="0" y="4150553"/>
          <a:ext cx="1591056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70688" rIns="113156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3.Assert </a:t>
          </a:r>
          <a:endParaRPr lang="en-US" sz="2400" kern="1200"/>
        </a:p>
      </dsp:txBody>
      <dsp:txXfrm>
        <a:off x="0" y="4150553"/>
        <a:ext cx="1591056" cy="1362304"/>
      </dsp:txXfrm>
    </dsp:sp>
    <dsp:sp modelId="{407DF929-755E-A64F-A3E9-5F902AF55AE7}">
      <dsp:nvSpPr>
        <dsp:cNvPr id="0" name=""/>
        <dsp:cNvSpPr/>
      </dsp:nvSpPr>
      <dsp:spPr>
        <a:xfrm>
          <a:off x="1591056" y="4150553"/>
          <a:ext cx="4773168" cy="13623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22" tIns="304800" rIns="96822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1591056" y="4150553"/>
        <a:ext cx="4773168" cy="1362304"/>
      </dsp:txXfrm>
    </dsp:sp>
    <dsp:sp modelId="{1FA69232-902F-634B-983B-5B30D0140646}">
      <dsp:nvSpPr>
        <dsp:cNvPr id="0" name=""/>
        <dsp:cNvSpPr/>
      </dsp:nvSpPr>
      <dsp:spPr>
        <a:xfrm rot="10800000">
          <a:off x="0" y="2075763"/>
          <a:ext cx="1591056" cy="1361895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70688" rIns="113156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2.Act </a:t>
          </a:r>
          <a:endParaRPr lang="en-US" sz="2400" kern="1200"/>
        </a:p>
      </dsp:txBody>
      <dsp:txXfrm rot="10800000">
        <a:off x="0" y="2075763"/>
        <a:ext cx="1591056" cy="884919"/>
      </dsp:txXfrm>
    </dsp:sp>
    <dsp:sp modelId="{D912B2D3-CC54-F64D-ABB1-7DCCE6742467}">
      <dsp:nvSpPr>
        <dsp:cNvPr id="0" name=""/>
        <dsp:cNvSpPr/>
      </dsp:nvSpPr>
      <dsp:spPr>
        <a:xfrm rot="10800000">
          <a:off x="0" y="2075763"/>
          <a:ext cx="1591056" cy="2095223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70688" rIns="113156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2.Act </a:t>
          </a:r>
          <a:endParaRPr lang="en-US" sz="2400" kern="1200"/>
        </a:p>
      </dsp:txBody>
      <dsp:txXfrm rot="10800000">
        <a:off x="0" y="2075763"/>
        <a:ext cx="1591056" cy="884919"/>
      </dsp:txXfrm>
    </dsp:sp>
    <dsp:sp modelId="{59BBEF2F-0B31-804A-9024-DA7EA3079409}">
      <dsp:nvSpPr>
        <dsp:cNvPr id="0" name=""/>
        <dsp:cNvSpPr/>
      </dsp:nvSpPr>
      <dsp:spPr>
        <a:xfrm>
          <a:off x="1591056" y="2075763"/>
          <a:ext cx="4773168" cy="136189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768C8-43E1-9648-B555-64793DA4816F}">
      <dsp:nvSpPr>
        <dsp:cNvPr id="0" name=""/>
        <dsp:cNvSpPr/>
      </dsp:nvSpPr>
      <dsp:spPr>
        <a:xfrm rot="10800000">
          <a:off x="0" y="974"/>
          <a:ext cx="1591056" cy="1361895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70688" rIns="113156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1.Arrange </a:t>
          </a:r>
          <a:endParaRPr lang="en-US" sz="2400" kern="1200"/>
        </a:p>
      </dsp:txBody>
      <dsp:txXfrm rot="10800000">
        <a:off x="0" y="974"/>
        <a:ext cx="1591056" cy="884919"/>
      </dsp:txXfrm>
    </dsp:sp>
    <dsp:sp modelId="{62C77496-6713-C044-B744-4CD31244BF79}">
      <dsp:nvSpPr>
        <dsp:cNvPr id="0" name=""/>
        <dsp:cNvSpPr/>
      </dsp:nvSpPr>
      <dsp:spPr>
        <a:xfrm rot="10800000">
          <a:off x="0" y="974"/>
          <a:ext cx="1591056" cy="2095223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156" tIns="170688" rIns="113156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1.Arrange </a:t>
          </a:r>
          <a:endParaRPr lang="en-US" sz="2400" kern="1200"/>
        </a:p>
      </dsp:txBody>
      <dsp:txXfrm rot="10800000">
        <a:off x="0" y="974"/>
        <a:ext cx="1591056" cy="884919"/>
      </dsp:txXfrm>
    </dsp:sp>
    <dsp:sp modelId="{5994B955-5885-CA4C-B1C0-4DC44506D491}">
      <dsp:nvSpPr>
        <dsp:cNvPr id="0" name=""/>
        <dsp:cNvSpPr/>
      </dsp:nvSpPr>
      <dsp:spPr>
        <a:xfrm>
          <a:off x="1591056" y="974"/>
          <a:ext cx="4773168" cy="136189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97627-7DCF-AD4E-8E2B-50F09D21BEDD}">
      <dsp:nvSpPr>
        <dsp:cNvPr id="0" name=""/>
        <dsp:cNvSpPr/>
      </dsp:nvSpPr>
      <dsp:spPr>
        <a:xfrm>
          <a:off x="1283" y="284843"/>
          <a:ext cx="3003723" cy="15018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600" b="1" kern="1200"/>
            <a:t>Prerequisites</a:t>
          </a:r>
          <a:endParaRPr lang="en-US" sz="3600" kern="1200"/>
        </a:p>
      </dsp:txBody>
      <dsp:txXfrm>
        <a:off x="45271" y="328831"/>
        <a:ext cx="2915747" cy="1413885"/>
      </dsp:txXfrm>
    </dsp:sp>
    <dsp:sp modelId="{6115CB32-26F0-7047-A960-EEA7E3C894B4}">
      <dsp:nvSpPr>
        <dsp:cNvPr id="0" name=""/>
        <dsp:cNvSpPr/>
      </dsp:nvSpPr>
      <dsp:spPr>
        <a:xfrm>
          <a:off x="3755938" y="284843"/>
          <a:ext cx="3003723" cy="15018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600" kern="1200"/>
            <a:t>VS Code</a:t>
          </a:r>
          <a:endParaRPr lang="en-US" sz="3600" kern="1200"/>
        </a:p>
      </dsp:txBody>
      <dsp:txXfrm>
        <a:off x="3799926" y="328831"/>
        <a:ext cx="2915747" cy="1413885"/>
      </dsp:txXfrm>
    </dsp:sp>
    <dsp:sp modelId="{B2F4E60A-29D1-014F-A023-3FEC16C87A34}">
      <dsp:nvSpPr>
        <dsp:cNvPr id="0" name=""/>
        <dsp:cNvSpPr/>
      </dsp:nvSpPr>
      <dsp:spPr>
        <a:xfrm>
          <a:off x="4056310" y="1786705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F15A73-F13D-DF46-9310-BD9BE899EE4F}">
      <dsp:nvSpPr>
        <dsp:cNvPr id="0" name=""/>
        <dsp:cNvSpPr/>
      </dsp:nvSpPr>
      <dsp:spPr>
        <a:xfrm>
          <a:off x="4356682" y="2162170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200" kern="1200"/>
            <a:t>Why not Intellij IDE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A</a:t>
          </a:r>
          <a:r>
            <a:rPr lang="en-NL" sz="1700" kern="1200"/>
            <a:t>gent generat the code base on vs code</a:t>
          </a:r>
          <a:endParaRPr lang="en-US" sz="1700" kern="1200"/>
        </a:p>
      </dsp:txBody>
      <dsp:txXfrm>
        <a:off x="4400670" y="2206158"/>
        <a:ext cx="2315002" cy="1413885"/>
      </dsp:txXfrm>
    </dsp:sp>
    <dsp:sp modelId="{8AD0DE6D-3144-C349-9006-0F4484C473D8}">
      <dsp:nvSpPr>
        <dsp:cNvPr id="0" name=""/>
        <dsp:cNvSpPr/>
      </dsp:nvSpPr>
      <dsp:spPr>
        <a:xfrm>
          <a:off x="7510592" y="284843"/>
          <a:ext cx="3003723" cy="15018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600" kern="1200"/>
            <a:t>Github copilot</a:t>
          </a:r>
          <a:endParaRPr lang="en-US" sz="3600" kern="1200"/>
        </a:p>
      </dsp:txBody>
      <dsp:txXfrm>
        <a:off x="7554580" y="328831"/>
        <a:ext cx="2915747" cy="1413885"/>
      </dsp:txXfrm>
    </dsp:sp>
    <dsp:sp modelId="{9CF89E99-CD1F-B24E-811B-7507A5D74359}">
      <dsp:nvSpPr>
        <dsp:cNvPr id="0" name=""/>
        <dsp:cNvSpPr/>
      </dsp:nvSpPr>
      <dsp:spPr>
        <a:xfrm>
          <a:off x="7810965" y="1786705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6A13A-B233-0A4E-9934-80FFE631A780}">
      <dsp:nvSpPr>
        <dsp:cNvPr id="0" name=""/>
        <dsp:cNvSpPr/>
      </dsp:nvSpPr>
      <dsp:spPr>
        <a:xfrm>
          <a:off x="8111337" y="2162170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200" kern="1200"/>
            <a:t>Why not Rabo Github copilot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L" sz="1700" kern="1200"/>
            <a:t>MCP not enable</a:t>
          </a:r>
          <a:endParaRPr lang="en-US" sz="1700" kern="1200"/>
        </a:p>
      </dsp:txBody>
      <dsp:txXfrm>
        <a:off x="8155325" y="2206158"/>
        <a:ext cx="2315002" cy="14138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E8FC4-2B5A-8B4C-B3B1-0DA8BDB51D1E}">
      <dsp:nvSpPr>
        <dsp:cNvPr id="0" name=""/>
        <dsp:cNvSpPr/>
      </dsp:nvSpPr>
      <dsp:spPr>
        <a:xfrm>
          <a:off x="5340923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2705811" y="438771"/>
              </a:lnTo>
              <a:lnTo>
                <a:pt x="2705811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9E1C73-E405-E04D-93E6-0786D5276E02}">
      <dsp:nvSpPr>
        <dsp:cNvPr id="0" name=""/>
        <dsp:cNvSpPr/>
      </dsp:nvSpPr>
      <dsp:spPr>
        <a:xfrm>
          <a:off x="5295203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8A6AD7-CEED-984A-A0CC-A770B52FE7CB}">
      <dsp:nvSpPr>
        <dsp:cNvPr id="0" name=""/>
        <dsp:cNvSpPr/>
      </dsp:nvSpPr>
      <dsp:spPr>
        <a:xfrm>
          <a:off x="2635111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2705811" y="0"/>
              </a:moveTo>
              <a:lnTo>
                <a:pt x="2705811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FCF50-9565-EA4A-A632-99C0EA0B7636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443FE-F790-EA4B-851D-12F9CF8A90A8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300" b="1" kern="1200"/>
            <a:t>Three Agents</a:t>
          </a:r>
          <a:endParaRPr lang="en-US" sz="3300" kern="1200"/>
        </a:p>
      </dsp:txBody>
      <dsp:txXfrm>
        <a:off x="4521157" y="274996"/>
        <a:ext cx="2131497" cy="1323444"/>
      </dsp:txXfrm>
    </dsp:sp>
    <dsp:sp modelId="{CA96B4D2-A567-EE46-B9E8-330DCC7C3A41}">
      <dsp:nvSpPr>
        <dsp:cNvPr id="0" name=""/>
        <dsp:cNvSpPr/>
      </dsp:nvSpPr>
      <dsp:spPr>
        <a:xfrm>
          <a:off x="1528188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10538-EAFC-6540-90D7-57E2084FD8DA}">
      <dsp:nvSpPr>
        <dsp:cNvPr id="0" name=""/>
        <dsp:cNvSpPr/>
      </dsp:nvSpPr>
      <dsp:spPr>
        <a:xfrm>
          <a:off x="1774171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300" kern="1200"/>
            <a:t>Planner</a:t>
          </a:r>
          <a:endParaRPr lang="en-US" sz="3300" kern="1200"/>
        </a:p>
      </dsp:txBody>
      <dsp:txXfrm>
        <a:off x="1815345" y="2324648"/>
        <a:ext cx="2131497" cy="1323444"/>
      </dsp:txXfrm>
    </dsp:sp>
    <dsp:sp modelId="{FC1E912E-4092-4343-A5CC-F2F9C98241A5}">
      <dsp:nvSpPr>
        <dsp:cNvPr id="0" name=""/>
        <dsp:cNvSpPr/>
      </dsp:nvSpPr>
      <dsp:spPr>
        <a:xfrm>
          <a:off x="4234000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F99C7-1D95-CE4D-8EE9-0B056E60C810}">
      <dsp:nvSpPr>
        <dsp:cNvPr id="0" name=""/>
        <dsp:cNvSpPr/>
      </dsp:nvSpPr>
      <dsp:spPr>
        <a:xfrm>
          <a:off x="4479983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300" kern="1200"/>
            <a:t>Generator</a:t>
          </a:r>
          <a:endParaRPr lang="en-US" sz="3300" kern="1200"/>
        </a:p>
      </dsp:txBody>
      <dsp:txXfrm>
        <a:off x="4521157" y="2324648"/>
        <a:ext cx="2131497" cy="1323444"/>
      </dsp:txXfrm>
    </dsp:sp>
    <dsp:sp modelId="{E83F434D-71E6-CE4E-AEB9-45B0F065C986}">
      <dsp:nvSpPr>
        <dsp:cNvPr id="0" name=""/>
        <dsp:cNvSpPr/>
      </dsp:nvSpPr>
      <dsp:spPr>
        <a:xfrm>
          <a:off x="6939811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D3721-DD68-3B4C-9A8F-CBE9FB3083F1}">
      <dsp:nvSpPr>
        <dsp:cNvPr id="0" name=""/>
        <dsp:cNvSpPr/>
      </dsp:nvSpPr>
      <dsp:spPr>
        <a:xfrm>
          <a:off x="7185794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3300" kern="1200"/>
            <a:t>Healer</a:t>
          </a:r>
          <a:endParaRPr lang="en-US" sz="3300" kern="1200"/>
        </a:p>
      </dsp:txBody>
      <dsp:txXfrm>
        <a:off x="7226968" y="2324648"/>
        <a:ext cx="2131497" cy="1323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0BB8D-F427-D34A-8A84-C699283FA219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9A33B-ECFB-1B4F-8E84-5491EAA5840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579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Welcome! In this session, I’ll demonstrate end‑to‑end testing with Playwright 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Agent Mode accelerates test creation</a:t>
            </a:r>
            <a:r>
              <a:rPr lang="en-NL" dirty="0">
                <a:effectLst/>
              </a:rPr>
              <a:t> </a:t>
            </a:r>
            <a:r>
              <a:rPr lang="en-GB" dirty="0"/>
              <a:t>inside VS Code. We’ll generate tests with natural language, run them across browsers, and explore rich debugging tools.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9A33B-ECFB-1B4F-8E84-5491EAA58406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0415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9A33B-ECFB-1B4F-8E84-5491EAA58406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6668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FBC6-3819-9884-62A4-3757135F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11DD7-1A82-1D37-C18C-977F38E66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61B9F-8C77-3467-4DD9-116E0896C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C4BC9-DBE5-4BFC-11F7-3FD4B19FF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9A33B-ECFB-1B4F-8E84-5491EAA58406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6001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0C48-908E-332E-AA3A-1A48968A8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F12C4-A76A-DB07-9F8E-186645905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B84C7-DB86-1F97-335C-6EE56814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F996-B918-BAFB-0FAF-F2126E66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D52CB-0D99-58EB-9C3D-559A62E1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152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B8A0-9DC9-2A9E-4257-5658379B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F708-15C3-EDBD-9ECA-172AA421B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3267A-5899-8203-C817-CE043467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2511-B394-55B9-DA76-98036445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EE218-43FE-9582-0643-FE420335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081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F5F4-1B3E-8759-E9EA-CF7EB223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64732-3358-CE39-3B07-DDDB61456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6C9E0-E993-0BCD-EF4F-D6A945FC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AB5C7-4117-EF84-989E-EE46AA08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7BD2F-F83C-B03F-D1CF-2FEB782A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797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0919-4E72-47E1-25A3-94372E41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E0D77-7664-50EE-3606-B3FDFA06A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89F85-89FE-F16A-0D76-3EF77BC22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75A06-198C-C488-1F7D-39EFCFDF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13808-DF93-2071-CC71-595D2219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D918D-452D-FF86-662C-B7F59D74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997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F026-5592-2554-ADAC-91A768CD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6D4A-632C-FB49-8DF8-617C96582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0699A-D53F-38E3-0D8F-86AD7C306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6B2A0-2733-73A0-550E-652AE153A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05467-519F-DE72-FBC5-5539C442E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235A78-F1CE-50F1-643E-14C0A342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4C1B1-CD7D-8DE6-5AA7-2B19DAE0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134EA-C8F6-7652-0225-DD3531CC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16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319A-6D45-299B-D4BE-D28641E5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8C19F-CCB0-DFBA-C74E-E1756AD3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86472-FBA3-4ED7-A007-3E3F49E8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5C874-3906-22CA-CD71-B939872C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528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98D04-A152-2BA3-7F0D-7A5947691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7D637-3015-7797-1659-CADFB12C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022-E9DF-A664-BD2C-0AA259D6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895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2B8B-5B4F-DAA9-FF4E-E626576F4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6D175-5996-D032-71F1-C353FC3F8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71DBE-3772-2131-AADA-7A029F12A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FCCC3-30DE-3699-733D-738563F2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C5029-5C1A-79C7-BB8E-302C1C95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DB934-8696-1A8E-392B-065393BB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0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BF3A-38CB-10B1-B458-20D85979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8A814-594A-99DF-82FB-D061432FD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8610-6A5B-1899-D37B-2E143DFAA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51758-FF38-E4DB-9184-C0D73314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B619A-BAFA-9D34-B525-31590AB2B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3635F-DCC3-1877-156A-76EB9ED7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709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D01D-DFCB-A1B2-940B-2DDF790F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A2377-5854-AF6A-8FB8-672E54F00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F70F-2A0C-11F6-5B1C-08B9B645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C7718-82E3-B4C6-8035-442AE4A03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28D0A-A4DE-8B44-5FDE-6DF529FF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4441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EE03F-1F6B-DD85-650D-9042A26D4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FBFA9-766E-8160-94F6-559EA2188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5BB4-8B48-D393-9697-2507A2A6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2C2F-6BB1-1A67-730D-2C2D8692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B7C0-B495-C971-9A78-946A3BFA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94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64F8B-8444-0263-9897-6D0F57CA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85B28-AB17-2608-9F27-C668115A9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5E06C-C7CE-B419-D9F1-E57645182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F2D73-0B18-034E-90B7-F3149D005DC6}" type="datetimeFigureOut">
              <a:rPr lang="en-NL" smtClean="0"/>
              <a:t>20/01/2026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0E80-0D3C-DC51-2B31-838F15934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92F5-0B61-2B3E-65C9-4427B05CC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6226A-E7A6-C440-90D0-A44A95BFDD1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5712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laywright.dev/python/docs/trace-viewer-intro" TargetMode="External"/><Relationship Id="rId3" Type="http://schemas.openxmlformats.org/officeDocument/2006/relationships/hyperlink" Target="https://playwright.dev/python/docs/intro" TargetMode="External"/><Relationship Id="rId7" Type="http://schemas.openxmlformats.org/officeDocument/2006/relationships/hyperlink" Target="https://playwright.dev/python/docs/debug#playwright-inspector" TargetMode="External"/><Relationship Id="rId2" Type="http://schemas.openxmlformats.org/officeDocument/2006/relationships/hyperlink" Target="https://playwright.dev/docs/intr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wright.dev/python/docs/codegen" TargetMode="External"/><Relationship Id="rId5" Type="http://schemas.openxmlformats.org/officeDocument/2006/relationships/hyperlink" Target="https://playwright.dev/java/docs/intro" TargetMode="External"/><Relationship Id="rId4" Type="http://schemas.openxmlformats.org/officeDocument/2006/relationships/hyperlink" Target="https://playwright.dev/dotnet/docs/intr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CC653-7D44-FF8A-A39C-DE9BB3AC2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NL" sz="6800">
                <a:solidFill>
                  <a:srgbClr val="FFFFFF"/>
                </a:solidFill>
              </a:rPr>
              <a:t>End-to-end testing for web app </a:t>
            </a:r>
            <a:br>
              <a:rPr lang="en-NL" sz="6800">
                <a:solidFill>
                  <a:srgbClr val="FFFFFF"/>
                </a:solidFill>
              </a:rPr>
            </a:br>
            <a:r>
              <a:rPr lang="en-NL" sz="6800">
                <a:solidFill>
                  <a:srgbClr val="FFFFFF"/>
                </a:solidFill>
              </a:rPr>
              <a:t>using Playwright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3F63E-B995-BF20-B692-9CF7935D8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NL" sz="4400">
                <a:solidFill>
                  <a:srgbClr val="FFFFFF"/>
                </a:solidFill>
              </a:rPr>
              <a:t>By: Sudha mohan Panda</a:t>
            </a:r>
          </a:p>
          <a:p>
            <a:pPr algn="l"/>
            <a:r>
              <a:rPr lang="en-GB" sz="4400">
                <a:solidFill>
                  <a:srgbClr val="FFFFFF"/>
                </a:solidFill>
              </a:rPr>
              <a:t>D</a:t>
            </a:r>
            <a:r>
              <a:rPr lang="en-NL" sz="4400">
                <a:solidFill>
                  <a:srgbClr val="FFFFFF"/>
                </a:solidFill>
              </a:rPr>
              <a:t>ate: 22/Jan/2026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85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870DA-24E8-6938-334E-16D5BF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L" sz="4000">
                <a:solidFill>
                  <a:srgbClr val="FFFFFF"/>
                </a:solidFill>
              </a:rPr>
              <a:t>What you can expect in this 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2705B4-8536-DAFB-3454-0EE7081F87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7817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6256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DC992-5267-3BC8-F5F3-2F6675E2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L" sz="4000">
                <a:solidFill>
                  <a:srgbClr val="FFFFFF"/>
                </a:solidFill>
              </a:rPr>
              <a:t>What is Playright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822A79-F119-1825-4925-7FF9AEC8D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92601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148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87373-AB76-1A83-A1FF-C26DB7F6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 b="1"/>
              <a:t>Prerequisites</a:t>
            </a:r>
            <a:br>
              <a:rPr lang="en-GB" sz="4000" b="1"/>
            </a:br>
            <a:endParaRPr lang="en-NL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CF6CF5-1D60-36C8-E74E-0058FE3AC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13613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816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5F5A4-E476-41D6-3D82-44C9ECF47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NL" sz="4000"/>
              <a:t>Demo: First automation using commandline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C037C45-6112-A049-6271-8797AB487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35302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200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9C8A98-83D8-908F-9B48-07D2C9BAB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8169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410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48740-AA1F-FEA7-DA11-874B08B6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NL" sz="5400"/>
              <a:t>Why Playwright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D22A-3CA1-6B16-B6AB-951765838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1700" b="1"/>
              <a:t>Any browser • Any platform • One API</a:t>
            </a:r>
          </a:p>
          <a:p>
            <a:r>
              <a:rPr lang="en-GB" sz="1700"/>
              <a:t>headless or headed.</a:t>
            </a:r>
          </a:p>
          <a:p>
            <a:r>
              <a:rPr lang="en-GB" sz="1700" b="1"/>
              <a:t>Cross-language </a:t>
            </a:r>
            <a:r>
              <a:rPr lang="en-GB" sz="1700">
                <a:hlinkClick r:id="rId2"/>
              </a:rPr>
              <a:t>TypeScript</a:t>
            </a:r>
            <a:r>
              <a:rPr lang="en-GB" sz="1700"/>
              <a:t>, </a:t>
            </a:r>
            <a:r>
              <a:rPr lang="en-GB" sz="1700">
                <a:hlinkClick r:id="rId2"/>
              </a:rPr>
              <a:t>JavaScript</a:t>
            </a:r>
            <a:r>
              <a:rPr lang="en-GB" sz="1700"/>
              <a:t>, </a:t>
            </a:r>
            <a:r>
              <a:rPr lang="en-GB" sz="1700">
                <a:hlinkClick r:id="rId3"/>
              </a:rPr>
              <a:t>Python</a:t>
            </a:r>
            <a:r>
              <a:rPr lang="en-GB" sz="1700"/>
              <a:t>, </a:t>
            </a:r>
            <a:r>
              <a:rPr lang="en-GB" sz="1700">
                <a:hlinkClick r:id="rId4"/>
              </a:rPr>
              <a:t>.NET</a:t>
            </a:r>
            <a:r>
              <a:rPr lang="en-GB" sz="1700"/>
              <a:t>, </a:t>
            </a:r>
            <a:r>
              <a:rPr lang="en-GB" sz="1700">
                <a:hlinkClick r:id="rId5"/>
              </a:rPr>
              <a:t>Java</a:t>
            </a:r>
            <a:endParaRPr lang="en-GB" sz="1700"/>
          </a:p>
          <a:p>
            <a:r>
              <a:rPr lang="en-GB" sz="1700" b="1"/>
              <a:t>Test Mobile Web</a:t>
            </a:r>
          </a:p>
          <a:p>
            <a:r>
              <a:rPr lang="en-GB" sz="1700" b="1"/>
              <a:t>Auto-wait.</a:t>
            </a:r>
          </a:p>
          <a:p>
            <a:r>
              <a:rPr lang="en-GB" sz="1700" b="1"/>
              <a:t>Tracing.</a:t>
            </a:r>
            <a:r>
              <a:rPr lang="en-GB" sz="1700"/>
              <a:t> Configure test retry strategy, capture execution trace, videos, screenshots to eliminate flakes.</a:t>
            </a:r>
          </a:p>
          <a:p>
            <a:r>
              <a:rPr lang="en-GB" sz="1700" b="1">
                <a:hlinkClick r:id="rId6"/>
              </a:rPr>
              <a:t>Codegen.</a:t>
            </a:r>
            <a:r>
              <a:rPr lang="en-GB" sz="1700"/>
              <a:t> Generate tests by recording your actions. Save them into any language.</a:t>
            </a:r>
          </a:p>
          <a:p>
            <a:r>
              <a:rPr lang="en-GB" sz="1700" b="1">
                <a:hlinkClick r:id="rId7"/>
              </a:rPr>
              <a:t>Playwright inspector.</a:t>
            </a:r>
            <a:r>
              <a:rPr lang="en-GB" sz="1700"/>
              <a:t> Inspect page, generate selectors, step through the test execution, see click points, explore execution logs.</a:t>
            </a:r>
          </a:p>
          <a:p>
            <a:r>
              <a:rPr lang="en-GB" sz="1700" b="1">
                <a:hlinkClick r:id="rId8"/>
              </a:rPr>
              <a:t>Trace Viewer.</a:t>
            </a:r>
            <a:r>
              <a:rPr lang="en-GB" sz="1700"/>
              <a:t> Capture all the information to investigate the test failure. Playwright trace contains test execution screencast, live DOM snapshots, action explorer, test source, and many more.</a:t>
            </a:r>
          </a:p>
          <a:p>
            <a:endParaRPr lang="en-NL" sz="1700"/>
          </a:p>
        </p:txBody>
      </p:sp>
    </p:spTree>
    <p:extLst>
      <p:ext uri="{BB962C8B-B14F-4D97-AF65-F5344CB8AC3E}">
        <p14:creationId xmlns:p14="http://schemas.microsoft.com/office/powerpoint/2010/main" val="186769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E02D10-D09B-5C29-7B32-C593E0FF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NL"/>
              <a:t>Demo:using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E6872-730E-7E8A-6B15-B2D7FA064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/>
          </a:bodyPr>
          <a:lstStyle/>
          <a:p>
            <a:r>
              <a:rPr lang="en-GB" sz="2000"/>
              <a:t>I</a:t>
            </a:r>
            <a:r>
              <a:rPr lang="en-NL" sz="2000"/>
              <a:t>nstall extension “Playwright test for vscode” from microsoft</a:t>
            </a:r>
          </a:p>
          <a:p>
            <a:r>
              <a:rPr lang="en-GB" sz="2000"/>
              <a:t>I</a:t>
            </a:r>
            <a:r>
              <a:rPr lang="en-NL" sz="2000"/>
              <a:t>nstall playwright</a:t>
            </a:r>
          </a:p>
          <a:p>
            <a:pPr marL="0" indent="0">
              <a:buNone/>
            </a:pPr>
            <a:endParaRPr lang="en-NL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B6A2B-1C5C-3DDE-38A7-BBBF8F8BC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1" y="1656209"/>
            <a:ext cx="3848322" cy="519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279B39-2526-EF4C-4053-43EC410F0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428" y="3657600"/>
            <a:ext cx="3231888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1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D1214-8BE5-D8DB-6916-7C80F998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04F96-30A9-8B2F-36A6-0E1A1E91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NL" sz="7200"/>
              <a:t>Demo:using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D79E-CD69-CE84-8D5B-491550B4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GB" sz="2400"/>
              <a:t>Using “record new”</a:t>
            </a:r>
            <a:endParaRPr lang="en-NL" sz="2400"/>
          </a:p>
          <a:p>
            <a:pPr marL="0" indent="0">
              <a:buNone/>
            </a:pPr>
            <a:endParaRPr lang="en-NL" sz="2400"/>
          </a:p>
        </p:txBody>
      </p:sp>
    </p:spTree>
    <p:extLst>
      <p:ext uri="{BB962C8B-B14F-4D97-AF65-F5344CB8AC3E}">
        <p14:creationId xmlns:p14="http://schemas.microsoft.com/office/powerpoint/2010/main" val="256143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0D37B-B0FD-AF73-FC01-1F1D8222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Arrange Act Assert</a:t>
            </a:r>
            <a:br>
              <a:rPr lang="en-US"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2275A9B-54D3-2801-57C8-6005DD37B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0113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6157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66457-FFCA-726E-827D-12F4758E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on codegen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197AB-D963-263B-235C-18715BF4D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playwright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codegen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&lt;base-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1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177BC-ACA7-0F87-5D66-A589275A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NL" sz="4200"/>
              <a:t>Demo: Automate using github copilot and agents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9D7D5308-6D26-911B-9990-823B4DA06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43082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5782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523A5-E462-6747-F818-BC37324E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8DFFB-98D3-2500-1E8C-3C32A8A8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NL" sz="4000">
                <a:solidFill>
                  <a:srgbClr val="FFFFFF"/>
                </a:solidFill>
              </a:rPr>
              <a:t>Demo: Automate using github copilot and agents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9168C6-0A34-0AA5-8313-A579AF8B4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8667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5772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4F81-A1CA-EA15-F57C-4DD4A638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NL" dirty="0"/>
              <a:t>xample Prompt for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59E7-5E93-6B28-1E66-651469874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54905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250C1-B953-96CC-BBCB-015661A6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I</a:t>
            </a:r>
            <a:r>
              <a:rPr lang="en-NL" sz="4000" dirty="0">
                <a:solidFill>
                  <a:srgbClr val="FFFFFF"/>
                </a:solidFill>
              </a:rPr>
              <a:t>ntigrate with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946E-FAA6-75D7-7CD3-21E37D01B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en-NL" sz="2000"/>
          </a:p>
        </p:txBody>
      </p:sp>
    </p:spTree>
    <p:extLst>
      <p:ext uri="{BB962C8B-B14F-4D97-AF65-F5344CB8AC3E}">
        <p14:creationId xmlns:p14="http://schemas.microsoft.com/office/powerpoint/2010/main" val="4185731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7E437-FB97-F4B8-83A5-FD60312A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</a:t>
            </a:r>
            <a:r>
              <a:rPr lang="en-NL">
                <a:solidFill>
                  <a:srgbClr val="FFFFFF"/>
                </a:solidFill>
              </a:rPr>
              <a:t>omparison with </a:t>
            </a:r>
            <a:r>
              <a:rPr lang="en-GB">
                <a:solidFill>
                  <a:srgbClr val="FFFFFF"/>
                </a:solidFill>
              </a:rPr>
              <a:t>Selenium, Cypress</a:t>
            </a:r>
            <a:endParaRPr lang="en-NL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83A1-ADE6-6068-BC37-A97DCCB89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47058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E90A5-0194-670B-BDE7-04B4954C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NL" sz="4000">
                <a:solidFill>
                  <a:srgbClr val="FFFFFF"/>
                </a:solidFill>
              </a:rPr>
              <a:t>Commands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5387A-4881-07F0-2E85-F8A70E2F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npx playwright test </a:t>
            </a:r>
          </a:p>
          <a:p>
            <a:pPr lvl="1"/>
            <a:r>
              <a:rPr lang="en-GB" sz="2000"/>
              <a:t>Runs the end-to-end tests. </a:t>
            </a:r>
          </a:p>
          <a:p>
            <a:r>
              <a:rPr lang="en-GB" sz="2000"/>
              <a:t>npx playwright test --ui </a:t>
            </a:r>
          </a:p>
          <a:p>
            <a:pPr lvl="1"/>
            <a:r>
              <a:rPr lang="en-GB" sz="2000"/>
              <a:t>Starts the interactive UI mode. </a:t>
            </a:r>
          </a:p>
          <a:p>
            <a:r>
              <a:rPr lang="en-GB" sz="2000"/>
              <a:t>npx playwright test --project=chromium </a:t>
            </a:r>
          </a:p>
          <a:p>
            <a:pPr lvl="1"/>
            <a:r>
              <a:rPr lang="en-GB" sz="2000"/>
              <a:t>Runs the tests only on Desktop Chrome. </a:t>
            </a:r>
          </a:p>
          <a:p>
            <a:r>
              <a:rPr lang="en-GB" sz="2000"/>
              <a:t>npx playwright test example </a:t>
            </a:r>
          </a:p>
          <a:p>
            <a:pPr lvl="1"/>
            <a:r>
              <a:rPr lang="en-GB" sz="2000"/>
              <a:t>Runs the tests in a specific file. </a:t>
            </a:r>
          </a:p>
          <a:p>
            <a:r>
              <a:rPr lang="en-GB" sz="2000"/>
              <a:t>npx playwright test --debug </a:t>
            </a:r>
          </a:p>
          <a:p>
            <a:pPr lvl="1"/>
            <a:r>
              <a:rPr lang="en-GB" sz="2000"/>
              <a:t>Runs the tests in debug mode. </a:t>
            </a:r>
          </a:p>
          <a:p>
            <a:r>
              <a:rPr lang="en-GB" sz="2000"/>
              <a:t>npx playwright codegen </a:t>
            </a:r>
          </a:p>
          <a:p>
            <a:pPr lvl="1"/>
            <a:r>
              <a:rPr lang="en-GB" sz="2000"/>
              <a:t>Auto generate tests with Codegen.</a:t>
            </a:r>
          </a:p>
          <a:p>
            <a:r>
              <a:rPr lang="en-GB" sz="2000"/>
              <a:t>npx playwright show-report</a:t>
            </a:r>
          </a:p>
          <a:p>
            <a:pPr lvl="1"/>
            <a:r>
              <a:rPr lang="en-GB" sz="2000"/>
              <a:t>To open last HTML report run</a:t>
            </a:r>
            <a:endParaRPr lang="en-NL" sz="2000"/>
          </a:p>
        </p:txBody>
      </p:sp>
    </p:spTree>
    <p:extLst>
      <p:ext uri="{BB962C8B-B14F-4D97-AF65-F5344CB8AC3E}">
        <p14:creationId xmlns:p14="http://schemas.microsoft.com/office/powerpoint/2010/main" val="200448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F0ADC-37F4-27A2-DCE4-D2AE9E8E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R</a:t>
            </a:r>
            <a:r>
              <a:rPr lang="en-NL" sz="5400"/>
              <a:t>eference Material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74B3E-AB6D-5114-D356-1EE48B2D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https://playwright.dev/python/</a:t>
            </a:r>
          </a:p>
          <a:p>
            <a:r>
              <a:rPr lang="en-GB" sz="2200"/>
              <a:t>https://playwright.dev/python/community/learn-videos</a:t>
            </a:r>
          </a:p>
          <a:p>
            <a:r>
              <a:rPr lang="en-GB" sz="2200"/>
              <a:t>https://playwright.dev/python/community/mcp-videos</a:t>
            </a:r>
            <a:endParaRPr lang="en-NL" sz="2200"/>
          </a:p>
        </p:txBody>
      </p:sp>
    </p:spTree>
    <p:extLst>
      <p:ext uri="{BB962C8B-B14F-4D97-AF65-F5344CB8AC3E}">
        <p14:creationId xmlns:p14="http://schemas.microsoft.com/office/powerpoint/2010/main" val="389498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</TotalTime>
  <Words>599</Words>
  <Application>Microsoft Macintosh PowerPoint</Application>
  <PresentationFormat>Widescreen</PresentationFormat>
  <Paragraphs>90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End-to-end testing for web app  using Playwright</vt:lpstr>
      <vt:lpstr>What you can expect in this presentation</vt:lpstr>
      <vt:lpstr>What is Playright</vt:lpstr>
      <vt:lpstr>Prerequisites </vt:lpstr>
      <vt:lpstr>Demo: First automation using commandline</vt:lpstr>
      <vt:lpstr>PowerPoint Presentation</vt:lpstr>
      <vt:lpstr>Why Playwright</vt:lpstr>
      <vt:lpstr>Demo:using VS Code</vt:lpstr>
      <vt:lpstr>Demo:using VS Code</vt:lpstr>
      <vt:lpstr>Arrange Act Assert </vt:lpstr>
      <vt:lpstr>Demo on codegen</vt:lpstr>
      <vt:lpstr>Demo: Automate using github copilot and agents</vt:lpstr>
      <vt:lpstr>Demo: Automate using github copilot and agents</vt:lpstr>
      <vt:lpstr>Example Prompt for Agents</vt:lpstr>
      <vt:lpstr>Intigrate with pipeline</vt:lpstr>
      <vt:lpstr>Comparison with Selenium, Cypress</vt:lpstr>
      <vt:lpstr>Commands </vt:lpstr>
      <vt:lpstr>Reference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Panda, SM (Sudha Mohan)</dc:creator>
  <cp:lastModifiedBy>Panda, SM (Sudha Mohan)</cp:lastModifiedBy>
  <cp:revision>54</cp:revision>
  <dcterms:created xsi:type="dcterms:W3CDTF">2026-01-20T17:56:42Z</dcterms:created>
  <dcterms:modified xsi:type="dcterms:W3CDTF">2026-01-22T13:59:49Z</dcterms:modified>
</cp:coreProperties>
</file>